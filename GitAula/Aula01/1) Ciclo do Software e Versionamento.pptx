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9"/>
  </p:notesMasterIdLst>
  <p:sldIdLst>
    <p:sldId id="272" r:id="rId2"/>
    <p:sldId id="273" r:id="rId3"/>
    <p:sldId id="298" r:id="rId4"/>
    <p:sldId id="299" r:id="rId5"/>
    <p:sldId id="300" r:id="rId6"/>
    <p:sldId id="303" r:id="rId7"/>
    <p:sldId id="327" r:id="rId8"/>
    <p:sldId id="304" r:id="rId9"/>
    <p:sldId id="305" r:id="rId10"/>
    <p:sldId id="306" r:id="rId11"/>
    <p:sldId id="326" r:id="rId12"/>
    <p:sldId id="307" r:id="rId13"/>
    <p:sldId id="314" r:id="rId14"/>
    <p:sldId id="315" r:id="rId15"/>
    <p:sldId id="320" r:id="rId16"/>
    <p:sldId id="321" r:id="rId17"/>
    <p:sldId id="316" r:id="rId18"/>
    <p:sldId id="318" r:id="rId19"/>
    <p:sldId id="311" r:id="rId20"/>
    <p:sldId id="319" r:id="rId21"/>
    <p:sldId id="308" r:id="rId22"/>
    <p:sldId id="309" r:id="rId23"/>
    <p:sldId id="310" r:id="rId24"/>
    <p:sldId id="324" r:id="rId25"/>
    <p:sldId id="313" r:id="rId26"/>
    <p:sldId id="322" r:id="rId27"/>
    <p:sldId id="271" r:id="rId2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7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31D39B-EB4B-4C4D-87A9-7A81817FE2A3}" v="32" dt="2026-03-31T00:27:41.7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03447BB-5D67-496B-8E87-E561075AD55C}" styleName="Estilo Escuro 1 - Ênfase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0" d="100"/>
          <a:sy n="60" d="100"/>
        </p:scale>
        <p:origin x="1116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CBB322-A32E-46D6-B1B8-92BDA86A37F4}" type="datetimeFigureOut">
              <a:rPr lang="pt-BR" smtClean="0"/>
              <a:t>10/04/2026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6269C1-9FEB-4722-AA2E-4E756E94FC4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2652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a Campanha S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AutoShape 403"/>
          <p:cNvSpPr>
            <a:spLocks noChangeAspect="1" noChangeArrowheads="1" noTextEdit="1"/>
          </p:cNvSpPr>
          <p:nvPr userDrawn="1"/>
        </p:nvSpPr>
        <p:spPr bwMode="auto">
          <a:xfrm>
            <a:off x="1061" y="-8173"/>
            <a:ext cx="12190940" cy="68696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 sz="1800"/>
          </a:p>
        </p:txBody>
      </p:sp>
      <p:sp>
        <p:nvSpPr>
          <p:cNvPr id="51" name="Forma Livre 50"/>
          <p:cNvSpPr/>
          <p:nvPr userDrawn="1"/>
        </p:nvSpPr>
        <p:spPr>
          <a:xfrm>
            <a:off x="1061" y="3865958"/>
            <a:ext cx="5778257" cy="2998392"/>
          </a:xfrm>
          <a:custGeom>
            <a:avLst/>
            <a:gdLst>
              <a:gd name="connsiteX0" fmla="*/ 0 w 4333693"/>
              <a:gd name="connsiteY0" fmla="*/ 2961636 h 2998392"/>
              <a:gd name="connsiteX1" fmla="*/ 52973 w 4333693"/>
              <a:gd name="connsiteY1" fmla="*/ 2998392 h 2998392"/>
              <a:gd name="connsiteX2" fmla="*/ 6420 w 4333693"/>
              <a:gd name="connsiteY2" fmla="*/ 2998392 h 2998392"/>
              <a:gd name="connsiteX3" fmla="*/ 0 w 4333693"/>
              <a:gd name="connsiteY3" fmla="*/ 2993939 h 2998392"/>
              <a:gd name="connsiteX4" fmla="*/ 0 w 4333693"/>
              <a:gd name="connsiteY4" fmla="*/ 2886065 h 2998392"/>
              <a:gd name="connsiteX5" fmla="*/ 162009 w 4333693"/>
              <a:gd name="connsiteY5" fmla="*/ 2998392 h 2998392"/>
              <a:gd name="connsiteX6" fmla="*/ 110425 w 4333693"/>
              <a:gd name="connsiteY6" fmla="*/ 2998392 h 2998392"/>
              <a:gd name="connsiteX7" fmla="*/ 0 w 4333693"/>
              <a:gd name="connsiteY7" fmla="*/ 2921806 h 2998392"/>
              <a:gd name="connsiteX8" fmla="*/ 0 w 4333693"/>
              <a:gd name="connsiteY8" fmla="*/ 2815687 h 2998392"/>
              <a:gd name="connsiteX9" fmla="*/ 263489 w 4333693"/>
              <a:gd name="connsiteY9" fmla="*/ 2998392 h 2998392"/>
              <a:gd name="connsiteX10" fmla="*/ 218840 w 4333693"/>
              <a:gd name="connsiteY10" fmla="*/ 2998392 h 2998392"/>
              <a:gd name="connsiteX11" fmla="*/ 0 w 4333693"/>
              <a:gd name="connsiteY11" fmla="*/ 2846594 h 2998392"/>
              <a:gd name="connsiteX12" fmla="*/ 0 w 4333693"/>
              <a:gd name="connsiteY12" fmla="*/ 2742339 h 2998392"/>
              <a:gd name="connsiteX13" fmla="*/ 369186 w 4333693"/>
              <a:gd name="connsiteY13" fmla="*/ 2998392 h 2998392"/>
              <a:gd name="connsiteX14" fmla="*/ 322226 w 4333693"/>
              <a:gd name="connsiteY14" fmla="*/ 2998392 h 2998392"/>
              <a:gd name="connsiteX15" fmla="*/ 0 w 4333693"/>
              <a:gd name="connsiteY15" fmla="*/ 2774958 h 2998392"/>
              <a:gd name="connsiteX16" fmla="*/ 0 w 4333693"/>
              <a:gd name="connsiteY16" fmla="*/ 2671285 h 2998392"/>
              <a:gd name="connsiteX17" fmla="*/ 471785 w 4333693"/>
              <a:gd name="connsiteY17" fmla="*/ 2998392 h 2998392"/>
              <a:gd name="connsiteX18" fmla="*/ 424750 w 4333693"/>
              <a:gd name="connsiteY18" fmla="*/ 2998392 h 2998392"/>
              <a:gd name="connsiteX19" fmla="*/ 0 w 4333693"/>
              <a:gd name="connsiteY19" fmla="*/ 2703801 h 2998392"/>
              <a:gd name="connsiteX20" fmla="*/ 0 w 4333693"/>
              <a:gd name="connsiteY20" fmla="*/ 2598690 h 2998392"/>
              <a:gd name="connsiteX21" fmla="*/ 576431 w 4333693"/>
              <a:gd name="connsiteY21" fmla="*/ 2998392 h 2998392"/>
              <a:gd name="connsiteX22" fmla="*/ 530522 w 4333693"/>
              <a:gd name="connsiteY22" fmla="*/ 2998392 h 2998392"/>
              <a:gd name="connsiteX23" fmla="*/ 0 w 4333693"/>
              <a:gd name="connsiteY23" fmla="*/ 2630561 h 2998392"/>
              <a:gd name="connsiteX24" fmla="*/ 0 w 4333693"/>
              <a:gd name="connsiteY24" fmla="*/ 2527509 h 2998392"/>
              <a:gd name="connsiteX25" fmla="*/ 678933 w 4333693"/>
              <a:gd name="connsiteY25" fmla="*/ 2998392 h 2998392"/>
              <a:gd name="connsiteX26" fmla="*/ 632601 w 4333693"/>
              <a:gd name="connsiteY26" fmla="*/ 2998392 h 2998392"/>
              <a:gd name="connsiteX27" fmla="*/ 0 w 4333693"/>
              <a:gd name="connsiteY27" fmla="*/ 2559643 h 2998392"/>
              <a:gd name="connsiteX28" fmla="*/ 0 w 4333693"/>
              <a:gd name="connsiteY28" fmla="*/ 2456261 h 2998392"/>
              <a:gd name="connsiteX29" fmla="*/ 781312 w 4333693"/>
              <a:gd name="connsiteY29" fmla="*/ 2998392 h 2998392"/>
              <a:gd name="connsiteX30" fmla="*/ 735694 w 4333693"/>
              <a:gd name="connsiteY30" fmla="*/ 2998392 h 2998392"/>
              <a:gd name="connsiteX31" fmla="*/ 0 w 4333693"/>
              <a:gd name="connsiteY31" fmla="*/ 2487914 h 2998392"/>
              <a:gd name="connsiteX32" fmla="*/ 0 w 4333693"/>
              <a:gd name="connsiteY32" fmla="*/ 2380178 h 2998392"/>
              <a:gd name="connsiteX33" fmla="*/ 891359 w 4333693"/>
              <a:gd name="connsiteY33" fmla="*/ 2998392 h 2998392"/>
              <a:gd name="connsiteX34" fmla="*/ 838862 w 4333693"/>
              <a:gd name="connsiteY34" fmla="*/ 2998392 h 2998392"/>
              <a:gd name="connsiteX35" fmla="*/ 0 w 4333693"/>
              <a:gd name="connsiteY35" fmla="*/ 2416589 h 2998392"/>
              <a:gd name="connsiteX36" fmla="*/ 0 w 4333693"/>
              <a:gd name="connsiteY36" fmla="*/ 2309760 h 2998392"/>
              <a:gd name="connsiteX37" fmla="*/ 993432 w 4333693"/>
              <a:gd name="connsiteY37" fmla="*/ 2998392 h 2998392"/>
              <a:gd name="connsiteX38" fmla="*/ 948094 w 4333693"/>
              <a:gd name="connsiteY38" fmla="*/ 2998392 h 2998392"/>
              <a:gd name="connsiteX39" fmla="*/ 0 w 4333693"/>
              <a:gd name="connsiteY39" fmla="*/ 2340535 h 2998392"/>
              <a:gd name="connsiteX40" fmla="*/ 0 w 4333693"/>
              <a:gd name="connsiteY40" fmla="*/ 2237121 h 2998392"/>
              <a:gd name="connsiteX41" fmla="*/ 1097624 w 4333693"/>
              <a:gd name="connsiteY41" fmla="*/ 2998392 h 2998392"/>
              <a:gd name="connsiteX42" fmla="*/ 1052170 w 4333693"/>
              <a:gd name="connsiteY42" fmla="*/ 2998392 h 2998392"/>
              <a:gd name="connsiteX43" fmla="*/ 0 w 4333693"/>
              <a:gd name="connsiteY43" fmla="*/ 2269044 h 2998392"/>
              <a:gd name="connsiteX44" fmla="*/ 0 w 4333693"/>
              <a:gd name="connsiteY44" fmla="*/ 2165350 h 2998392"/>
              <a:gd name="connsiteX45" fmla="*/ 1201105 w 4333693"/>
              <a:gd name="connsiteY45" fmla="*/ 2998392 h 2998392"/>
              <a:gd name="connsiteX46" fmla="*/ 1153186 w 4333693"/>
              <a:gd name="connsiteY46" fmla="*/ 2998392 h 2998392"/>
              <a:gd name="connsiteX47" fmla="*/ 0 w 4333693"/>
              <a:gd name="connsiteY47" fmla="*/ 2198585 h 2998392"/>
              <a:gd name="connsiteX48" fmla="*/ 0 w 4333693"/>
              <a:gd name="connsiteY48" fmla="*/ 2092225 h 2998392"/>
              <a:gd name="connsiteX49" fmla="*/ 1306960 w 4333693"/>
              <a:gd name="connsiteY49" fmla="*/ 2998392 h 2998392"/>
              <a:gd name="connsiteX50" fmla="*/ 1259843 w 4333693"/>
              <a:gd name="connsiteY50" fmla="*/ 2998392 h 2998392"/>
              <a:gd name="connsiteX51" fmla="*/ 0 w 4333693"/>
              <a:gd name="connsiteY51" fmla="*/ 2124612 h 2998392"/>
              <a:gd name="connsiteX52" fmla="*/ 0 w 4333693"/>
              <a:gd name="connsiteY52" fmla="*/ 2022293 h 2998392"/>
              <a:gd name="connsiteX53" fmla="*/ 1407369 w 4333693"/>
              <a:gd name="connsiteY53" fmla="*/ 2998392 h 2998392"/>
              <a:gd name="connsiteX54" fmla="*/ 1362523 w 4333693"/>
              <a:gd name="connsiteY54" fmla="*/ 2998392 h 2998392"/>
              <a:gd name="connsiteX55" fmla="*/ 0 w 4333693"/>
              <a:gd name="connsiteY55" fmla="*/ 2053701 h 2998392"/>
              <a:gd name="connsiteX56" fmla="*/ 0 w 4333693"/>
              <a:gd name="connsiteY56" fmla="*/ 1949300 h 2998392"/>
              <a:gd name="connsiteX57" fmla="*/ 1511936 w 4333693"/>
              <a:gd name="connsiteY57" fmla="*/ 2998392 h 2998392"/>
              <a:gd name="connsiteX58" fmla="*/ 1464031 w 4333693"/>
              <a:gd name="connsiteY58" fmla="*/ 2998392 h 2998392"/>
              <a:gd name="connsiteX59" fmla="*/ 0 w 4333693"/>
              <a:gd name="connsiteY59" fmla="*/ 1982540 h 2998392"/>
              <a:gd name="connsiteX60" fmla="*/ 0 w 4333693"/>
              <a:gd name="connsiteY60" fmla="*/ 1874960 h 2998392"/>
              <a:gd name="connsiteX61" fmla="*/ 1619799 w 4333693"/>
              <a:gd name="connsiteY61" fmla="*/ 2998392 h 2998392"/>
              <a:gd name="connsiteX62" fmla="*/ 1569589 w 4333693"/>
              <a:gd name="connsiteY62" fmla="*/ 2998392 h 2998392"/>
              <a:gd name="connsiteX63" fmla="*/ 0 w 4333693"/>
              <a:gd name="connsiteY63" fmla="*/ 1909783 h 2998392"/>
              <a:gd name="connsiteX64" fmla="*/ 0 w 4333693"/>
              <a:gd name="connsiteY64" fmla="*/ 1803822 h 2998392"/>
              <a:gd name="connsiteX65" fmla="*/ 1722751 w 4333693"/>
              <a:gd name="connsiteY65" fmla="*/ 2998392 h 2998392"/>
              <a:gd name="connsiteX66" fmla="*/ 1676430 w 4333693"/>
              <a:gd name="connsiteY66" fmla="*/ 2998392 h 2998392"/>
              <a:gd name="connsiteX67" fmla="*/ 0 w 4333693"/>
              <a:gd name="connsiteY67" fmla="*/ 1835162 h 2998392"/>
              <a:gd name="connsiteX68" fmla="*/ 0 w 4333693"/>
              <a:gd name="connsiteY68" fmla="*/ 1731247 h 2998392"/>
              <a:gd name="connsiteX69" fmla="*/ 1827597 w 4333693"/>
              <a:gd name="connsiteY69" fmla="*/ 2998392 h 2998392"/>
              <a:gd name="connsiteX70" fmla="*/ 1781488 w 4333693"/>
              <a:gd name="connsiteY70" fmla="*/ 2998392 h 2998392"/>
              <a:gd name="connsiteX71" fmla="*/ 0 w 4333693"/>
              <a:gd name="connsiteY71" fmla="*/ 1763094 h 2998392"/>
              <a:gd name="connsiteX72" fmla="*/ 0 w 4333693"/>
              <a:gd name="connsiteY72" fmla="*/ 1660133 h 2998392"/>
              <a:gd name="connsiteX73" fmla="*/ 1929542 w 4333693"/>
              <a:gd name="connsiteY73" fmla="*/ 2998392 h 2998392"/>
              <a:gd name="connsiteX74" fmla="*/ 1883160 w 4333693"/>
              <a:gd name="connsiteY74" fmla="*/ 2998392 h 2998392"/>
              <a:gd name="connsiteX75" fmla="*/ 0 w 4333693"/>
              <a:gd name="connsiteY75" fmla="*/ 1692722 h 2998392"/>
              <a:gd name="connsiteX76" fmla="*/ 0 w 4333693"/>
              <a:gd name="connsiteY76" fmla="*/ 1584978 h 2998392"/>
              <a:gd name="connsiteX77" fmla="*/ 2043775 w 4333693"/>
              <a:gd name="connsiteY77" fmla="*/ 2998392 h 2998392"/>
              <a:gd name="connsiteX78" fmla="*/ 1995763 w 4333693"/>
              <a:gd name="connsiteY78" fmla="*/ 2998392 h 2998392"/>
              <a:gd name="connsiteX79" fmla="*/ 0 w 4333693"/>
              <a:gd name="connsiteY79" fmla="*/ 1618181 h 2998392"/>
              <a:gd name="connsiteX80" fmla="*/ 0 w 4333693"/>
              <a:gd name="connsiteY80" fmla="*/ 1514679 h 2998392"/>
              <a:gd name="connsiteX81" fmla="*/ 2144469 w 4333693"/>
              <a:gd name="connsiteY81" fmla="*/ 2998392 h 2998392"/>
              <a:gd name="connsiteX82" fmla="*/ 2100353 w 4333693"/>
              <a:gd name="connsiteY82" fmla="*/ 2998392 h 2998392"/>
              <a:gd name="connsiteX83" fmla="*/ 0 w 4333693"/>
              <a:gd name="connsiteY83" fmla="*/ 1545202 h 2998392"/>
              <a:gd name="connsiteX84" fmla="*/ 0 w 4333693"/>
              <a:gd name="connsiteY84" fmla="*/ 1443028 h 2998392"/>
              <a:gd name="connsiteX85" fmla="*/ 2248029 w 4333693"/>
              <a:gd name="connsiteY85" fmla="*/ 2998392 h 2998392"/>
              <a:gd name="connsiteX86" fmla="*/ 2200031 w 4333693"/>
              <a:gd name="connsiteY86" fmla="*/ 2998392 h 2998392"/>
              <a:gd name="connsiteX87" fmla="*/ 0 w 4333693"/>
              <a:gd name="connsiteY87" fmla="*/ 1476237 h 2998392"/>
              <a:gd name="connsiteX88" fmla="*/ 0 w 4333693"/>
              <a:gd name="connsiteY88" fmla="*/ 1368027 h 2998392"/>
              <a:gd name="connsiteX89" fmla="*/ 2357951 w 4333693"/>
              <a:gd name="connsiteY89" fmla="*/ 2998392 h 2998392"/>
              <a:gd name="connsiteX90" fmla="*/ 2306765 w 4333693"/>
              <a:gd name="connsiteY90" fmla="*/ 2998392 h 2998392"/>
              <a:gd name="connsiteX91" fmla="*/ 0 w 4333693"/>
              <a:gd name="connsiteY91" fmla="*/ 1402389 h 2998392"/>
              <a:gd name="connsiteX92" fmla="*/ 0 w 4333693"/>
              <a:gd name="connsiteY92" fmla="*/ 1298383 h 2998392"/>
              <a:gd name="connsiteX93" fmla="*/ 2458126 w 4333693"/>
              <a:gd name="connsiteY93" fmla="*/ 2998392 h 2998392"/>
              <a:gd name="connsiteX94" fmla="*/ 2413513 w 4333693"/>
              <a:gd name="connsiteY94" fmla="*/ 2998392 h 2998392"/>
              <a:gd name="connsiteX95" fmla="*/ 0 w 4333693"/>
              <a:gd name="connsiteY95" fmla="*/ 1329610 h 2998392"/>
              <a:gd name="connsiteX96" fmla="*/ 0 w 4333693"/>
              <a:gd name="connsiteY96" fmla="*/ 1224636 h 2998392"/>
              <a:gd name="connsiteX97" fmla="*/ 2564824 w 4333693"/>
              <a:gd name="connsiteY97" fmla="*/ 2998392 h 2998392"/>
              <a:gd name="connsiteX98" fmla="*/ 2515907 w 4333693"/>
              <a:gd name="connsiteY98" fmla="*/ 2998392 h 2998392"/>
              <a:gd name="connsiteX99" fmla="*/ 0 w 4333693"/>
              <a:gd name="connsiteY99" fmla="*/ 1259199 h 2998392"/>
              <a:gd name="connsiteX100" fmla="*/ 0 w 4333693"/>
              <a:gd name="connsiteY100" fmla="*/ 1152600 h 2998392"/>
              <a:gd name="connsiteX101" fmla="*/ 2668656 w 4333693"/>
              <a:gd name="connsiteY101" fmla="*/ 2998392 h 2998392"/>
              <a:gd name="connsiteX102" fmla="*/ 2621328 w 4333693"/>
              <a:gd name="connsiteY102" fmla="*/ 2998392 h 2998392"/>
              <a:gd name="connsiteX103" fmla="*/ 0 w 4333693"/>
              <a:gd name="connsiteY103" fmla="*/ 1184750 h 2998392"/>
              <a:gd name="connsiteX104" fmla="*/ 0 w 4333693"/>
              <a:gd name="connsiteY104" fmla="*/ 1080769 h 2998392"/>
              <a:gd name="connsiteX105" fmla="*/ 2772852 w 4333693"/>
              <a:gd name="connsiteY105" fmla="*/ 2998392 h 2998392"/>
              <a:gd name="connsiteX106" fmla="*/ 2726466 w 4333693"/>
              <a:gd name="connsiteY106" fmla="*/ 2998392 h 2998392"/>
              <a:gd name="connsiteX107" fmla="*/ 0 w 4333693"/>
              <a:gd name="connsiteY107" fmla="*/ 1113457 h 2998392"/>
              <a:gd name="connsiteX108" fmla="*/ 0 w 4333693"/>
              <a:gd name="connsiteY108" fmla="*/ 1008728 h 2998392"/>
              <a:gd name="connsiteX109" fmla="*/ 2875739 w 4333693"/>
              <a:gd name="connsiteY109" fmla="*/ 2998392 h 2998392"/>
              <a:gd name="connsiteX110" fmla="*/ 2829329 w 4333693"/>
              <a:gd name="connsiteY110" fmla="*/ 2998392 h 2998392"/>
              <a:gd name="connsiteX111" fmla="*/ 0 w 4333693"/>
              <a:gd name="connsiteY111" fmla="*/ 1040838 h 2998392"/>
              <a:gd name="connsiteX112" fmla="*/ 0 w 4333693"/>
              <a:gd name="connsiteY112" fmla="*/ 938665 h 2998392"/>
              <a:gd name="connsiteX113" fmla="*/ 2977004 w 4333693"/>
              <a:gd name="connsiteY113" fmla="*/ 2998392 h 2998392"/>
              <a:gd name="connsiteX114" fmla="*/ 2931301 w 4333693"/>
              <a:gd name="connsiteY114" fmla="*/ 2998392 h 2998392"/>
              <a:gd name="connsiteX115" fmla="*/ 0 w 4333693"/>
              <a:gd name="connsiteY115" fmla="*/ 970286 h 2998392"/>
              <a:gd name="connsiteX116" fmla="*/ 0 w 4333693"/>
              <a:gd name="connsiteY116" fmla="*/ 863891 h 2998392"/>
              <a:gd name="connsiteX117" fmla="*/ 3087070 w 4333693"/>
              <a:gd name="connsiteY117" fmla="*/ 2998392 h 2998392"/>
              <a:gd name="connsiteX118" fmla="*/ 3035742 w 4333693"/>
              <a:gd name="connsiteY118" fmla="*/ 2998392 h 2998392"/>
              <a:gd name="connsiteX119" fmla="*/ 0 w 4333693"/>
              <a:gd name="connsiteY119" fmla="*/ 898025 h 2998392"/>
              <a:gd name="connsiteX120" fmla="*/ 0 w 4333693"/>
              <a:gd name="connsiteY120" fmla="*/ 793720 h 2998392"/>
              <a:gd name="connsiteX121" fmla="*/ 3188874 w 4333693"/>
              <a:gd name="connsiteY121" fmla="*/ 2998392 h 2998392"/>
              <a:gd name="connsiteX122" fmla="*/ 3142635 w 4333693"/>
              <a:gd name="connsiteY122" fmla="*/ 2998392 h 2998392"/>
              <a:gd name="connsiteX123" fmla="*/ 0 w 4333693"/>
              <a:gd name="connsiteY123" fmla="*/ 825471 h 2998392"/>
              <a:gd name="connsiteX124" fmla="*/ 0 w 4333693"/>
              <a:gd name="connsiteY124" fmla="*/ 720427 h 2998392"/>
              <a:gd name="connsiteX125" fmla="*/ 3293902 w 4333693"/>
              <a:gd name="connsiteY125" fmla="*/ 2998392 h 2998392"/>
              <a:gd name="connsiteX126" fmla="*/ 3246755 w 4333693"/>
              <a:gd name="connsiteY126" fmla="*/ 2998392 h 2998392"/>
              <a:gd name="connsiteX127" fmla="*/ 0 w 4333693"/>
              <a:gd name="connsiteY127" fmla="*/ 754704 h 2998392"/>
              <a:gd name="connsiteX128" fmla="*/ 0 w 4333693"/>
              <a:gd name="connsiteY128" fmla="*/ 647178 h 2998392"/>
              <a:gd name="connsiteX129" fmla="*/ 3398302 w 4333693"/>
              <a:gd name="connsiteY129" fmla="*/ 2998392 h 2998392"/>
              <a:gd name="connsiteX130" fmla="*/ 3350305 w 4333693"/>
              <a:gd name="connsiteY130" fmla="*/ 2998392 h 2998392"/>
              <a:gd name="connsiteX131" fmla="*/ 0 w 4333693"/>
              <a:gd name="connsiteY131" fmla="*/ 680386 h 2998392"/>
              <a:gd name="connsiteX132" fmla="*/ 0 w 4333693"/>
              <a:gd name="connsiteY132" fmla="*/ 576562 h 2998392"/>
              <a:gd name="connsiteX133" fmla="*/ 3501928 w 4333693"/>
              <a:gd name="connsiteY133" fmla="*/ 2998392 h 2998392"/>
              <a:gd name="connsiteX134" fmla="*/ 3456212 w 4333693"/>
              <a:gd name="connsiteY134" fmla="*/ 2998392 h 2998392"/>
              <a:gd name="connsiteX135" fmla="*/ 0 w 4333693"/>
              <a:gd name="connsiteY135" fmla="*/ 608178 h 2998392"/>
              <a:gd name="connsiteX136" fmla="*/ 0 w 4333693"/>
              <a:gd name="connsiteY136" fmla="*/ 504364 h 2998392"/>
              <a:gd name="connsiteX137" fmla="*/ 3604716 w 4333693"/>
              <a:gd name="connsiteY137" fmla="*/ 2998392 h 2998392"/>
              <a:gd name="connsiteX138" fmla="*/ 3558305 w 4333693"/>
              <a:gd name="connsiteY138" fmla="*/ 2998392 h 2998392"/>
              <a:gd name="connsiteX139" fmla="*/ 0 w 4333693"/>
              <a:gd name="connsiteY139" fmla="*/ 536475 h 2998392"/>
              <a:gd name="connsiteX140" fmla="*/ 0 w 4333693"/>
              <a:gd name="connsiteY140" fmla="*/ 431979 h 2998392"/>
              <a:gd name="connsiteX141" fmla="*/ 3711731 w 4333693"/>
              <a:gd name="connsiteY141" fmla="*/ 2998392 h 2998392"/>
              <a:gd name="connsiteX142" fmla="*/ 3660278 w 4333693"/>
              <a:gd name="connsiteY142" fmla="*/ 2998392 h 2998392"/>
              <a:gd name="connsiteX143" fmla="*/ 0 w 4333693"/>
              <a:gd name="connsiteY143" fmla="*/ 465922 h 2998392"/>
              <a:gd name="connsiteX144" fmla="*/ 0 w 4333693"/>
              <a:gd name="connsiteY144" fmla="*/ 359752 h 2998392"/>
              <a:gd name="connsiteX145" fmla="*/ 3816191 w 4333693"/>
              <a:gd name="connsiteY145" fmla="*/ 2998392 h 2998392"/>
              <a:gd name="connsiteX146" fmla="*/ 3770469 w 4333693"/>
              <a:gd name="connsiteY146" fmla="*/ 2998392 h 2998392"/>
              <a:gd name="connsiteX147" fmla="*/ 0 w 4333693"/>
              <a:gd name="connsiteY147" fmla="*/ 391366 h 2998392"/>
              <a:gd name="connsiteX148" fmla="*/ 0 w 4333693"/>
              <a:gd name="connsiteY148" fmla="*/ 288133 h 2998392"/>
              <a:gd name="connsiteX149" fmla="*/ 3919772 w 4333693"/>
              <a:gd name="connsiteY149" fmla="*/ 2998392 h 2998392"/>
              <a:gd name="connsiteX150" fmla="*/ 3871754 w 4333693"/>
              <a:gd name="connsiteY150" fmla="*/ 2998392 h 2998392"/>
              <a:gd name="connsiteX151" fmla="*/ 0 w 4333693"/>
              <a:gd name="connsiteY151" fmla="*/ 321333 h 2998392"/>
              <a:gd name="connsiteX152" fmla="*/ 0 w 4333693"/>
              <a:gd name="connsiteY152" fmla="*/ 215901 h 2998392"/>
              <a:gd name="connsiteX153" fmla="*/ 4024735 w 4333693"/>
              <a:gd name="connsiteY153" fmla="*/ 2998392 h 2998392"/>
              <a:gd name="connsiteX154" fmla="*/ 3976544 w 4333693"/>
              <a:gd name="connsiteY154" fmla="*/ 2998392 h 2998392"/>
              <a:gd name="connsiteX155" fmla="*/ 0 w 4333693"/>
              <a:gd name="connsiteY155" fmla="*/ 249493 h 2998392"/>
              <a:gd name="connsiteX156" fmla="*/ 0 w 4333693"/>
              <a:gd name="connsiteY156" fmla="*/ 142814 h 2998392"/>
              <a:gd name="connsiteX157" fmla="*/ 4127279 w 4333693"/>
              <a:gd name="connsiteY157" fmla="*/ 2998392 h 2998392"/>
              <a:gd name="connsiteX158" fmla="*/ 4081039 w 4333693"/>
              <a:gd name="connsiteY158" fmla="*/ 2998392 h 2998392"/>
              <a:gd name="connsiteX159" fmla="*/ 0 w 4333693"/>
              <a:gd name="connsiteY159" fmla="*/ 175716 h 2998392"/>
              <a:gd name="connsiteX160" fmla="*/ 0 w 4333693"/>
              <a:gd name="connsiteY160" fmla="*/ 70766 h 2998392"/>
              <a:gd name="connsiteX161" fmla="*/ 4233300 w 4333693"/>
              <a:gd name="connsiteY161" fmla="*/ 2998392 h 2998392"/>
              <a:gd name="connsiteX162" fmla="*/ 4185288 w 4333693"/>
              <a:gd name="connsiteY162" fmla="*/ 2998392 h 2998392"/>
              <a:gd name="connsiteX163" fmla="*/ 0 w 4333693"/>
              <a:gd name="connsiteY163" fmla="*/ 103970 h 2998392"/>
              <a:gd name="connsiteX164" fmla="*/ 0 w 4333693"/>
              <a:gd name="connsiteY164" fmla="*/ 0 h 2998392"/>
              <a:gd name="connsiteX165" fmla="*/ 4333693 w 4333693"/>
              <a:gd name="connsiteY165" fmla="*/ 2998392 h 2998392"/>
              <a:gd name="connsiteX166" fmla="*/ 4289578 w 4333693"/>
              <a:gd name="connsiteY166" fmla="*/ 2998392 h 2998392"/>
              <a:gd name="connsiteX167" fmla="*/ 0 w 4333693"/>
              <a:gd name="connsiteY167" fmla="*/ 30523 h 29983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</a:cxnLst>
            <a:rect l="l" t="t" r="r" b="b"/>
            <a:pathLst>
              <a:path w="4333693" h="2998392">
                <a:moveTo>
                  <a:pt x="0" y="2961636"/>
                </a:moveTo>
                <a:lnTo>
                  <a:pt x="52973" y="2998392"/>
                </a:lnTo>
                <a:lnTo>
                  <a:pt x="6420" y="2998392"/>
                </a:lnTo>
                <a:lnTo>
                  <a:pt x="0" y="2993939"/>
                </a:lnTo>
                <a:close/>
                <a:moveTo>
                  <a:pt x="0" y="2886065"/>
                </a:moveTo>
                <a:lnTo>
                  <a:pt x="162009" y="2998392"/>
                </a:lnTo>
                <a:lnTo>
                  <a:pt x="110425" y="2998392"/>
                </a:lnTo>
                <a:lnTo>
                  <a:pt x="0" y="2921806"/>
                </a:lnTo>
                <a:close/>
                <a:moveTo>
                  <a:pt x="0" y="2815687"/>
                </a:moveTo>
                <a:lnTo>
                  <a:pt x="263489" y="2998392"/>
                </a:lnTo>
                <a:lnTo>
                  <a:pt x="218840" y="2998392"/>
                </a:lnTo>
                <a:lnTo>
                  <a:pt x="0" y="2846594"/>
                </a:lnTo>
                <a:close/>
                <a:moveTo>
                  <a:pt x="0" y="2742339"/>
                </a:moveTo>
                <a:lnTo>
                  <a:pt x="369186" y="2998392"/>
                </a:lnTo>
                <a:lnTo>
                  <a:pt x="322226" y="2998392"/>
                </a:lnTo>
                <a:lnTo>
                  <a:pt x="0" y="2774958"/>
                </a:lnTo>
                <a:close/>
                <a:moveTo>
                  <a:pt x="0" y="2671285"/>
                </a:moveTo>
                <a:lnTo>
                  <a:pt x="471785" y="2998392"/>
                </a:lnTo>
                <a:lnTo>
                  <a:pt x="424750" y="2998392"/>
                </a:lnTo>
                <a:lnTo>
                  <a:pt x="0" y="2703801"/>
                </a:lnTo>
                <a:close/>
                <a:moveTo>
                  <a:pt x="0" y="2598690"/>
                </a:moveTo>
                <a:lnTo>
                  <a:pt x="576431" y="2998392"/>
                </a:lnTo>
                <a:lnTo>
                  <a:pt x="530522" y="2998392"/>
                </a:lnTo>
                <a:lnTo>
                  <a:pt x="0" y="2630561"/>
                </a:lnTo>
                <a:close/>
                <a:moveTo>
                  <a:pt x="0" y="2527509"/>
                </a:moveTo>
                <a:lnTo>
                  <a:pt x="678933" y="2998392"/>
                </a:lnTo>
                <a:lnTo>
                  <a:pt x="632601" y="2998392"/>
                </a:lnTo>
                <a:lnTo>
                  <a:pt x="0" y="2559643"/>
                </a:lnTo>
                <a:close/>
                <a:moveTo>
                  <a:pt x="0" y="2456261"/>
                </a:moveTo>
                <a:lnTo>
                  <a:pt x="781312" y="2998392"/>
                </a:lnTo>
                <a:lnTo>
                  <a:pt x="735694" y="2998392"/>
                </a:lnTo>
                <a:lnTo>
                  <a:pt x="0" y="2487914"/>
                </a:lnTo>
                <a:close/>
                <a:moveTo>
                  <a:pt x="0" y="2380178"/>
                </a:moveTo>
                <a:lnTo>
                  <a:pt x="891359" y="2998392"/>
                </a:lnTo>
                <a:lnTo>
                  <a:pt x="838862" y="2998392"/>
                </a:lnTo>
                <a:lnTo>
                  <a:pt x="0" y="2416589"/>
                </a:lnTo>
                <a:close/>
                <a:moveTo>
                  <a:pt x="0" y="2309760"/>
                </a:moveTo>
                <a:lnTo>
                  <a:pt x="993432" y="2998392"/>
                </a:lnTo>
                <a:lnTo>
                  <a:pt x="948094" y="2998392"/>
                </a:lnTo>
                <a:lnTo>
                  <a:pt x="0" y="2340535"/>
                </a:lnTo>
                <a:close/>
                <a:moveTo>
                  <a:pt x="0" y="2237121"/>
                </a:moveTo>
                <a:lnTo>
                  <a:pt x="1097624" y="2998392"/>
                </a:lnTo>
                <a:lnTo>
                  <a:pt x="1052170" y="2998392"/>
                </a:lnTo>
                <a:lnTo>
                  <a:pt x="0" y="2269044"/>
                </a:lnTo>
                <a:close/>
                <a:moveTo>
                  <a:pt x="0" y="2165350"/>
                </a:moveTo>
                <a:lnTo>
                  <a:pt x="1201105" y="2998392"/>
                </a:lnTo>
                <a:lnTo>
                  <a:pt x="1153186" y="2998392"/>
                </a:lnTo>
                <a:lnTo>
                  <a:pt x="0" y="2198585"/>
                </a:lnTo>
                <a:close/>
                <a:moveTo>
                  <a:pt x="0" y="2092225"/>
                </a:moveTo>
                <a:lnTo>
                  <a:pt x="1306960" y="2998392"/>
                </a:lnTo>
                <a:lnTo>
                  <a:pt x="1259843" y="2998392"/>
                </a:lnTo>
                <a:lnTo>
                  <a:pt x="0" y="2124612"/>
                </a:lnTo>
                <a:close/>
                <a:moveTo>
                  <a:pt x="0" y="2022293"/>
                </a:moveTo>
                <a:lnTo>
                  <a:pt x="1407369" y="2998392"/>
                </a:lnTo>
                <a:lnTo>
                  <a:pt x="1362523" y="2998392"/>
                </a:lnTo>
                <a:lnTo>
                  <a:pt x="0" y="2053701"/>
                </a:lnTo>
                <a:close/>
                <a:moveTo>
                  <a:pt x="0" y="1949300"/>
                </a:moveTo>
                <a:lnTo>
                  <a:pt x="1511936" y="2998392"/>
                </a:lnTo>
                <a:lnTo>
                  <a:pt x="1464031" y="2998392"/>
                </a:lnTo>
                <a:lnTo>
                  <a:pt x="0" y="1982540"/>
                </a:lnTo>
                <a:close/>
                <a:moveTo>
                  <a:pt x="0" y="1874960"/>
                </a:moveTo>
                <a:lnTo>
                  <a:pt x="1619799" y="2998392"/>
                </a:lnTo>
                <a:lnTo>
                  <a:pt x="1569589" y="2998392"/>
                </a:lnTo>
                <a:lnTo>
                  <a:pt x="0" y="1909783"/>
                </a:lnTo>
                <a:close/>
                <a:moveTo>
                  <a:pt x="0" y="1803822"/>
                </a:moveTo>
                <a:lnTo>
                  <a:pt x="1722751" y="2998392"/>
                </a:lnTo>
                <a:lnTo>
                  <a:pt x="1676430" y="2998392"/>
                </a:lnTo>
                <a:lnTo>
                  <a:pt x="0" y="1835162"/>
                </a:lnTo>
                <a:close/>
                <a:moveTo>
                  <a:pt x="0" y="1731247"/>
                </a:moveTo>
                <a:lnTo>
                  <a:pt x="1827597" y="2998392"/>
                </a:lnTo>
                <a:lnTo>
                  <a:pt x="1781488" y="2998392"/>
                </a:lnTo>
                <a:lnTo>
                  <a:pt x="0" y="1763094"/>
                </a:lnTo>
                <a:close/>
                <a:moveTo>
                  <a:pt x="0" y="1660133"/>
                </a:moveTo>
                <a:lnTo>
                  <a:pt x="1929542" y="2998392"/>
                </a:lnTo>
                <a:lnTo>
                  <a:pt x="1883160" y="2998392"/>
                </a:lnTo>
                <a:lnTo>
                  <a:pt x="0" y="1692722"/>
                </a:lnTo>
                <a:close/>
                <a:moveTo>
                  <a:pt x="0" y="1584978"/>
                </a:moveTo>
                <a:lnTo>
                  <a:pt x="2043775" y="2998392"/>
                </a:lnTo>
                <a:lnTo>
                  <a:pt x="1995763" y="2998392"/>
                </a:lnTo>
                <a:lnTo>
                  <a:pt x="0" y="1618181"/>
                </a:lnTo>
                <a:close/>
                <a:moveTo>
                  <a:pt x="0" y="1514679"/>
                </a:moveTo>
                <a:lnTo>
                  <a:pt x="2144469" y="2998392"/>
                </a:lnTo>
                <a:lnTo>
                  <a:pt x="2100353" y="2998392"/>
                </a:lnTo>
                <a:lnTo>
                  <a:pt x="0" y="1545202"/>
                </a:lnTo>
                <a:close/>
                <a:moveTo>
                  <a:pt x="0" y="1443028"/>
                </a:moveTo>
                <a:lnTo>
                  <a:pt x="2248029" y="2998392"/>
                </a:lnTo>
                <a:lnTo>
                  <a:pt x="2200031" y="2998392"/>
                </a:lnTo>
                <a:lnTo>
                  <a:pt x="0" y="1476237"/>
                </a:lnTo>
                <a:close/>
                <a:moveTo>
                  <a:pt x="0" y="1368027"/>
                </a:moveTo>
                <a:lnTo>
                  <a:pt x="2357951" y="2998392"/>
                </a:lnTo>
                <a:lnTo>
                  <a:pt x="2306765" y="2998392"/>
                </a:lnTo>
                <a:lnTo>
                  <a:pt x="0" y="1402389"/>
                </a:lnTo>
                <a:close/>
                <a:moveTo>
                  <a:pt x="0" y="1298383"/>
                </a:moveTo>
                <a:lnTo>
                  <a:pt x="2458126" y="2998392"/>
                </a:lnTo>
                <a:lnTo>
                  <a:pt x="2413513" y="2998392"/>
                </a:lnTo>
                <a:lnTo>
                  <a:pt x="0" y="1329610"/>
                </a:lnTo>
                <a:close/>
                <a:moveTo>
                  <a:pt x="0" y="1224636"/>
                </a:moveTo>
                <a:lnTo>
                  <a:pt x="2564824" y="2998392"/>
                </a:lnTo>
                <a:lnTo>
                  <a:pt x="2515907" y="2998392"/>
                </a:lnTo>
                <a:lnTo>
                  <a:pt x="0" y="1259199"/>
                </a:lnTo>
                <a:close/>
                <a:moveTo>
                  <a:pt x="0" y="1152600"/>
                </a:moveTo>
                <a:lnTo>
                  <a:pt x="2668656" y="2998392"/>
                </a:lnTo>
                <a:lnTo>
                  <a:pt x="2621328" y="2998392"/>
                </a:lnTo>
                <a:lnTo>
                  <a:pt x="0" y="1184750"/>
                </a:lnTo>
                <a:close/>
                <a:moveTo>
                  <a:pt x="0" y="1080769"/>
                </a:moveTo>
                <a:lnTo>
                  <a:pt x="2772852" y="2998392"/>
                </a:lnTo>
                <a:lnTo>
                  <a:pt x="2726466" y="2998392"/>
                </a:lnTo>
                <a:lnTo>
                  <a:pt x="0" y="1113457"/>
                </a:lnTo>
                <a:close/>
                <a:moveTo>
                  <a:pt x="0" y="1008728"/>
                </a:moveTo>
                <a:lnTo>
                  <a:pt x="2875739" y="2998392"/>
                </a:lnTo>
                <a:lnTo>
                  <a:pt x="2829329" y="2998392"/>
                </a:lnTo>
                <a:lnTo>
                  <a:pt x="0" y="1040838"/>
                </a:lnTo>
                <a:close/>
                <a:moveTo>
                  <a:pt x="0" y="938665"/>
                </a:moveTo>
                <a:lnTo>
                  <a:pt x="2977004" y="2998392"/>
                </a:lnTo>
                <a:lnTo>
                  <a:pt x="2931301" y="2998392"/>
                </a:lnTo>
                <a:lnTo>
                  <a:pt x="0" y="970286"/>
                </a:lnTo>
                <a:close/>
                <a:moveTo>
                  <a:pt x="0" y="863891"/>
                </a:moveTo>
                <a:lnTo>
                  <a:pt x="3087070" y="2998392"/>
                </a:lnTo>
                <a:lnTo>
                  <a:pt x="3035742" y="2998392"/>
                </a:lnTo>
                <a:lnTo>
                  <a:pt x="0" y="898025"/>
                </a:lnTo>
                <a:close/>
                <a:moveTo>
                  <a:pt x="0" y="793720"/>
                </a:moveTo>
                <a:lnTo>
                  <a:pt x="3188874" y="2998392"/>
                </a:lnTo>
                <a:lnTo>
                  <a:pt x="3142635" y="2998392"/>
                </a:lnTo>
                <a:lnTo>
                  <a:pt x="0" y="825471"/>
                </a:lnTo>
                <a:close/>
                <a:moveTo>
                  <a:pt x="0" y="720427"/>
                </a:moveTo>
                <a:lnTo>
                  <a:pt x="3293902" y="2998392"/>
                </a:lnTo>
                <a:lnTo>
                  <a:pt x="3246755" y="2998392"/>
                </a:lnTo>
                <a:lnTo>
                  <a:pt x="0" y="754704"/>
                </a:lnTo>
                <a:close/>
                <a:moveTo>
                  <a:pt x="0" y="647178"/>
                </a:moveTo>
                <a:lnTo>
                  <a:pt x="3398302" y="2998392"/>
                </a:lnTo>
                <a:lnTo>
                  <a:pt x="3350305" y="2998392"/>
                </a:lnTo>
                <a:lnTo>
                  <a:pt x="0" y="680386"/>
                </a:lnTo>
                <a:close/>
                <a:moveTo>
                  <a:pt x="0" y="576562"/>
                </a:moveTo>
                <a:lnTo>
                  <a:pt x="3501928" y="2998392"/>
                </a:lnTo>
                <a:lnTo>
                  <a:pt x="3456212" y="2998392"/>
                </a:lnTo>
                <a:lnTo>
                  <a:pt x="0" y="608178"/>
                </a:lnTo>
                <a:close/>
                <a:moveTo>
                  <a:pt x="0" y="504364"/>
                </a:moveTo>
                <a:lnTo>
                  <a:pt x="3604716" y="2998392"/>
                </a:lnTo>
                <a:lnTo>
                  <a:pt x="3558305" y="2998392"/>
                </a:lnTo>
                <a:lnTo>
                  <a:pt x="0" y="536475"/>
                </a:lnTo>
                <a:close/>
                <a:moveTo>
                  <a:pt x="0" y="431979"/>
                </a:moveTo>
                <a:lnTo>
                  <a:pt x="3711731" y="2998392"/>
                </a:lnTo>
                <a:lnTo>
                  <a:pt x="3660278" y="2998392"/>
                </a:lnTo>
                <a:lnTo>
                  <a:pt x="0" y="465922"/>
                </a:lnTo>
                <a:close/>
                <a:moveTo>
                  <a:pt x="0" y="359752"/>
                </a:moveTo>
                <a:lnTo>
                  <a:pt x="3816191" y="2998392"/>
                </a:lnTo>
                <a:lnTo>
                  <a:pt x="3770469" y="2998392"/>
                </a:lnTo>
                <a:lnTo>
                  <a:pt x="0" y="391366"/>
                </a:lnTo>
                <a:close/>
                <a:moveTo>
                  <a:pt x="0" y="288133"/>
                </a:moveTo>
                <a:lnTo>
                  <a:pt x="3919772" y="2998392"/>
                </a:lnTo>
                <a:lnTo>
                  <a:pt x="3871754" y="2998392"/>
                </a:lnTo>
                <a:lnTo>
                  <a:pt x="0" y="321333"/>
                </a:lnTo>
                <a:close/>
                <a:moveTo>
                  <a:pt x="0" y="215901"/>
                </a:moveTo>
                <a:lnTo>
                  <a:pt x="4024735" y="2998392"/>
                </a:lnTo>
                <a:lnTo>
                  <a:pt x="3976544" y="2998392"/>
                </a:lnTo>
                <a:lnTo>
                  <a:pt x="0" y="249493"/>
                </a:lnTo>
                <a:close/>
                <a:moveTo>
                  <a:pt x="0" y="142814"/>
                </a:moveTo>
                <a:lnTo>
                  <a:pt x="4127279" y="2998392"/>
                </a:lnTo>
                <a:lnTo>
                  <a:pt x="4081039" y="2998392"/>
                </a:lnTo>
                <a:lnTo>
                  <a:pt x="0" y="175716"/>
                </a:lnTo>
                <a:close/>
                <a:moveTo>
                  <a:pt x="0" y="70766"/>
                </a:moveTo>
                <a:lnTo>
                  <a:pt x="4233300" y="2998392"/>
                </a:lnTo>
                <a:lnTo>
                  <a:pt x="4185288" y="2998392"/>
                </a:lnTo>
                <a:lnTo>
                  <a:pt x="0" y="103970"/>
                </a:lnTo>
                <a:close/>
                <a:moveTo>
                  <a:pt x="0" y="0"/>
                </a:moveTo>
                <a:lnTo>
                  <a:pt x="4333693" y="2998392"/>
                </a:lnTo>
                <a:lnTo>
                  <a:pt x="4289578" y="2998392"/>
                </a:lnTo>
                <a:lnTo>
                  <a:pt x="0" y="30523"/>
                </a:lnTo>
                <a:close/>
              </a:path>
            </a:pathLst>
          </a:custGeom>
          <a:gradFill>
            <a:gsLst>
              <a:gs pos="0">
                <a:srgbClr val="0C3CC5">
                  <a:alpha val="14000"/>
                </a:srgbClr>
              </a:gs>
              <a:gs pos="100000">
                <a:srgbClr val="090C5E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pt-BR" sz="1800">
              <a:solidFill>
                <a:sysClr val="windowText" lastClr="000000"/>
              </a:solidFill>
            </a:endParaRPr>
          </a:p>
        </p:txBody>
      </p:sp>
      <p:sp>
        <p:nvSpPr>
          <p:cNvPr id="52" name="Triângulo isósceles 51"/>
          <p:cNvSpPr/>
          <p:nvPr userDrawn="1"/>
        </p:nvSpPr>
        <p:spPr>
          <a:xfrm>
            <a:off x="-1" y="5979886"/>
            <a:ext cx="12192001" cy="892629"/>
          </a:xfrm>
          <a:prstGeom prst="triangle">
            <a:avLst>
              <a:gd name="adj" fmla="val 100000"/>
            </a:avLst>
          </a:prstGeom>
          <a:solidFill>
            <a:srgbClr val="005CA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1800"/>
          </a:p>
        </p:txBody>
      </p:sp>
      <p:pic>
        <p:nvPicPr>
          <p:cNvPr id="53" name="Imagem 5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772" y="2242575"/>
            <a:ext cx="5612457" cy="1705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5890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 e Nome palestrante">
    <p:bg>
      <p:bgPr>
        <a:solidFill>
          <a:srgbClr val="007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132"/>
            <a:ext cx="12192000" cy="6849735"/>
          </a:xfrm>
          <a:prstGeom prst="rect">
            <a:avLst/>
          </a:prstGeom>
        </p:spPr>
      </p:pic>
      <p:sp>
        <p:nvSpPr>
          <p:cNvPr id="9" name="Retângulo 8"/>
          <p:cNvSpPr/>
          <p:nvPr userDrawn="1"/>
        </p:nvSpPr>
        <p:spPr>
          <a:xfrm>
            <a:off x="0" y="4953000"/>
            <a:ext cx="12192000" cy="1905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sz="1800"/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882649"/>
            <a:ext cx="6770914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11" name="Subtítulo 2"/>
          <p:cNvSpPr>
            <a:spLocks noGrp="1"/>
          </p:cNvSpPr>
          <p:nvPr>
            <p:ph type="subTitle" idx="1"/>
          </p:nvPr>
        </p:nvSpPr>
        <p:spPr>
          <a:xfrm>
            <a:off x="838200" y="2954337"/>
            <a:ext cx="7481711" cy="16557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6157" y="5665508"/>
            <a:ext cx="1712706" cy="60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718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 S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742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 S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9377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Cinza SESI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624025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Azul FIESC">
    <p:bg>
      <p:bgPr>
        <a:gradFill flip="none" rotWithShape="1">
          <a:gsLst>
            <a:gs pos="0">
              <a:srgbClr val="0C3CC5"/>
            </a:gs>
            <a:gs pos="100000">
              <a:srgbClr val="090C5E"/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94" y="2057403"/>
            <a:ext cx="10514012" cy="381158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11" y="6558166"/>
            <a:ext cx="911659" cy="233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88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ssinatura Final SE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Retângulo 83"/>
          <p:cNvSpPr/>
          <p:nvPr userDrawn="1"/>
        </p:nvSpPr>
        <p:spPr>
          <a:xfrm>
            <a:off x="-9524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/>
              </a:gs>
              <a:gs pos="100000">
                <a:schemeClr val="bg1">
                  <a:lumMod val="9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5" name="TextBox 5"/>
          <p:cNvSpPr txBox="1"/>
          <p:nvPr userDrawn="1"/>
        </p:nvSpPr>
        <p:spPr>
          <a:xfrm>
            <a:off x="2662659" y="5658464"/>
            <a:ext cx="68666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err="1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Rodovia</a:t>
            </a:r>
            <a:r>
              <a:rPr lang="en-US" sz="1400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 </a:t>
            </a:r>
            <a:r>
              <a:rPr lang="en-US" sz="1400" err="1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Admar</a:t>
            </a:r>
            <a:r>
              <a:rPr lang="en-US" sz="1400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 Gonzaga, 2765 - </a:t>
            </a:r>
            <a:r>
              <a:rPr lang="en-US" sz="1400" err="1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Itacorubi</a:t>
            </a:r>
            <a:r>
              <a:rPr lang="en-US" sz="1400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 - 88034-001 - </a:t>
            </a:r>
            <a:r>
              <a:rPr lang="en-US" sz="1400" err="1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Florianópolis</a:t>
            </a:r>
            <a:r>
              <a:rPr lang="en-US" sz="1400">
                <a:solidFill>
                  <a:srgbClr val="0070C0"/>
                </a:solidFill>
                <a:latin typeface="Century Gothic" panose="020B0502020202020204" pitchFamily="34" charset="0"/>
                <a:cs typeface="Arial"/>
              </a:rPr>
              <a:t>, SC</a:t>
            </a:r>
          </a:p>
        </p:txBody>
      </p:sp>
      <p:pic>
        <p:nvPicPr>
          <p:cNvPr id="192" name="Imagem 19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772" y="2242575"/>
            <a:ext cx="5612457" cy="1705581"/>
          </a:xfrm>
          <a:prstGeom prst="rect">
            <a:avLst/>
          </a:prstGeom>
        </p:spPr>
      </p:pic>
      <p:grpSp>
        <p:nvGrpSpPr>
          <p:cNvPr id="193" name="Agrupar 192"/>
          <p:cNvGrpSpPr/>
          <p:nvPr userDrawn="1"/>
        </p:nvGrpSpPr>
        <p:grpSpPr>
          <a:xfrm>
            <a:off x="3500149" y="5115374"/>
            <a:ext cx="5191703" cy="310594"/>
            <a:chOff x="2243138" y="3759200"/>
            <a:chExt cx="6899275" cy="412750"/>
          </a:xfrm>
        </p:grpSpPr>
        <p:sp>
          <p:nvSpPr>
            <p:cNvPr id="194" name="Freeform 16"/>
            <p:cNvSpPr>
              <a:spLocks/>
            </p:cNvSpPr>
            <p:nvPr/>
          </p:nvSpPr>
          <p:spPr bwMode="auto">
            <a:xfrm>
              <a:off x="6710363" y="3921125"/>
              <a:ext cx="77788" cy="82550"/>
            </a:xfrm>
            <a:custGeom>
              <a:avLst/>
              <a:gdLst>
                <a:gd name="T0" fmla="*/ 0 w 97"/>
                <a:gd name="T1" fmla="*/ 102 h 102"/>
                <a:gd name="T2" fmla="*/ 97 w 97"/>
                <a:gd name="T3" fmla="*/ 52 h 102"/>
                <a:gd name="T4" fmla="*/ 0 w 97"/>
                <a:gd name="T5" fmla="*/ 0 h 102"/>
                <a:gd name="T6" fmla="*/ 0 w 97"/>
                <a:gd name="T7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97" h="102">
                  <a:moveTo>
                    <a:pt x="0" y="102"/>
                  </a:moveTo>
                  <a:lnTo>
                    <a:pt x="97" y="52"/>
                  </a:lnTo>
                  <a:lnTo>
                    <a:pt x="0" y="0"/>
                  </a:lnTo>
                  <a:lnTo>
                    <a:pt x="0" y="102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5" name="Freeform 17"/>
            <p:cNvSpPr>
              <a:spLocks noEditPoints="1"/>
            </p:cNvSpPr>
            <p:nvPr/>
          </p:nvSpPr>
          <p:spPr bwMode="auto">
            <a:xfrm>
              <a:off x="6534151" y="3759200"/>
              <a:ext cx="412750" cy="412750"/>
            </a:xfrm>
            <a:custGeom>
              <a:avLst/>
              <a:gdLst>
                <a:gd name="T0" fmla="*/ 233 w 520"/>
                <a:gd name="T1" fmla="*/ 2 h 521"/>
                <a:gd name="T2" fmla="*/ 158 w 520"/>
                <a:gd name="T3" fmla="*/ 20 h 521"/>
                <a:gd name="T4" fmla="*/ 95 w 520"/>
                <a:gd name="T5" fmla="*/ 59 h 521"/>
                <a:gd name="T6" fmla="*/ 44 w 520"/>
                <a:gd name="T7" fmla="*/ 115 h 521"/>
                <a:gd name="T8" fmla="*/ 10 w 520"/>
                <a:gd name="T9" fmla="*/ 183 h 521"/>
                <a:gd name="T10" fmla="*/ 0 w 520"/>
                <a:gd name="T11" fmla="*/ 260 h 521"/>
                <a:gd name="T12" fmla="*/ 5 w 520"/>
                <a:gd name="T13" fmla="*/ 313 h 521"/>
                <a:gd name="T14" fmla="*/ 30 w 520"/>
                <a:gd name="T15" fmla="*/ 384 h 521"/>
                <a:gd name="T16" fmla="*/ 75 w 520"/>
                <a:gd name="T17" fmla="*/ 444 h 521"/>
                <a:gd name="T18" fmla="*/ 136 w 520"/>
                <a:gd name="T19" fmla="*/ 489 h 521"/>
                <a:gd name="T20" fmla="*/ 208 w 520"/>
                <a:gd name="T21" fmla="*/ 516 h 521"/>
                <a:gd name="T22" fmla="*/ 260 w 520"/>
                <a:gd name="T23" fmla="*/ 521 h 521"/>
                <a:gd name="T24" fmla="*/ 337 w 520"/>
                <a:gd name="T25" fmla="*/ 508 h 521"/>
                <a:gd name="T26" fmla="*/ 406 w 520"/>
                <a:gd name="T27" fmla="*/ 476 h 521"/>
                <a:gd name="T28" fmla="*/ 459 w 520"/>
                <a:gd name="T29" fmla="*/ 426 h 521"/>
                <a:gd name="T30" fmla="*/ 499 w 520"/>
                <a:gd name="T31" fmla="*/ 361 h 521"/>
                <a:gd name="T32" fmla="*/ 519 w 520"/>
                <a:gd name="T33" fmla="*/ 287 h 521"/>
                <a:gd name="T34" fmla="*/ 519 w 520"/>
                <a:gd name="T35" fmla="*/ 233 h 521"/>
                <a:gd name="T36" fmla="*/ 499 w 520"/>
                <a:gd name="T37" fmla="*/ 158 h 521"/>
                <a:gd name="T38" fmla="*/ 459 w 520"/>
                <a:gd name="T39" fmla="*/ 95 h 521"/>
                <a:gd name="T40" fmla="*/ 406 w 520"/>
                <a:gd name="T41" fmla="*/ 45 h 521"/>
                <a:gd name="T42" fmla="*/ 337 w 520"/>
                <a:gd name="T43" fmla="*/ 11 h 521"/>
                <a:gd name="T44" fmla="*/ 260 w 520"/>
                <a:gd name="T45" fmla="*/ 0 h 521"/>
                <a:gd name="T46" fmla="*/ 441 w 520"/>
                <a:gd name="T47" fmla="*/ 273 h 521"/>
                <a:gd name="T48" fmla="*/ 436 w 520"/>
                <a:gd name="T49" fmla="*/ 332 h 521"/>
                <a:gd name="T50" fmla="*/ 427 w 520"/>
                <a:gd name="T51" fmla="*/ 365 h 521"/>
                <a:gd name="T52" fmla="*/ 413 w 520"/>
                <a:gd name="T53" fmla="*/ 377 h 521"/>
                <a:gd name="T54" fmla="*/ 386 w 520"/>
                <a:gd name="T55" fmla="*/ 384 h 521"/>
                <a:gd name="T56" fmla="*/ 303 w 520"/>
                <a:gd name="T57" fmla="*/ 388 h 521"/>
                <a:gd name="T58" fmla="*/ 208 w 520"/>
                <a:gd name="T59" fmla="*/ 388 h 521"/>
                <a:gd name="T60" fmla="*/ 136 w 520"/>
                <a:gd name="T61" fmla="*/ 384 h 521"/>
                <a:gd name="T62" fmla="*/ 102 w 520"/>
                <a:gd name="T63" fmla="*/ 374 h 521"/>
                <a:gd name="T64" fmla="*/ 93 w 520"/>
                <a:gd name="T65" fmla="*/ 365 h 521"/>
                <a:gd name="T66" fmla="*/ 82 w 520"/>
                <a:gd name="T67" fmla="*/ 332 h 521"/>
                <a:gd name="T68" fmla="*/ 79 w 520"/>
                <a:gd name="T69" fmla="*/ 273 h 521"/>
                <a:gd name="T70" fmla="*/ 80 w 520"/>
                <a:gd name="T71" fmla="*/ 205 h 521"/>
                <a:gd name="T72" fmla="*/ 86 w 520"/>
                <a:gd name="T73" fmla="*/ 172 h 521"/>
                <a:gd name="T74" fmla="*/ 97 w 520"/>
                <a:gd name="T75" fmla="*/ 151 h 521"/>
                <a:gd name="T76" fmla="*/ 116 w 520"/>
                <a:gd name="T77" fmla="*/ 138 h 521"/>
                <a:gd name="T78" fmla="*/ 132 w 520"/>
                <a:gd name="T79" fmla="*/ 135 h 521"/>
                <a:gd name="T80" fmla="*/ 260 w 520"/>
                <a:gd name="T81" fmla="*/ 131 h 521"/>
                <a:gd name="T82" fmla="*/ 303 w 520"/>
                <a:gd name="T83" fmla="*/ 133 h 521"/>
                <a:gd name="T84" fmla="*/ 386 w 520"/>
                <a:gd name="T85" fmla="*/ 135 h 521"/>
                <a:gd name="T86" fmla="*/ 413 w 520"/>
                <a:gd name="T87" fmla="*/ 142 h 521"/>
                <a:gd name="T88" fmla="*/ 427 w 520"/>
                <a:gd name="T89" fmla="*/ 156 h 521"/>
                <a:gd name="T90" fmla="*/ 436 w 520"/>
                <a:gd name="T91" fmla="*/ 187 h 521"/>
                <a:gd name="T92" fmla="*/ 441 w 520"/>
                <a:gd name="T93" fmla="*/ 246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520" h="521">
                  <a:moveTo>
                    <a:pt x="260" y="0"/>
                  </a:moveTo>
                  <a:lnTo>
                    <a:pt x="260" y="0"/>
                  </a:lnTo>
                  <a:lnTo>
                    <a:pt x="233" y="2"/>
                  </a:lnTo>
                  <a:lnTo>
                    <a:pt x="208" y="5"/>
                  </a:lnTo>
                  <a:lnTo>
                    <a:pt x="183" y="11"/>
                  </a:lnTo>
                  <a:lnTo>
                    <a:pt x="158" y="20"/>
                  </a:lnTo>
                  <a:lnTo>
                    <a:pt x="136" y="30"/>
                  </a:lnTo>
                  <a:lnTo>
                    <a:pt x="114" y="45"/>
                  </a:lnTo>
                  <a:lnTo>
                    <a:pt x="95" y="59"/>
                  </a:lnTo>
                  <a:lnTo>
                    <a:pt x="75" y="75"/>
                  </a:lnTo>
                  <a:lnTo>
                    <a:pt x="59" y="95"/>
                  </a:lnTo>
                  <a:lnTo>
                    <a:pt x="44" y="115"/>
                  </a:lnTo>
                  <a:lnTo>
                    <a:pt x="30" y="136"/>
                  </a:lnTo>
                  <a:lnTo>
                    <a:pt x="19" y="158"/>
                  </a:lnTo>
                  <a:lnTo>
                    <a:pt x="10" y="183"/>
                  </a:lnTo>
                  <a:lnTo>
                    <a:pt x="5" y="208"/>
                  </a:lnTo>
                  <a:lnTo>
                    <a:pt x="1" y="233"/>
                  </a:lnTo>
                  <a:lnTo>
                    <a:pt x="0" y="260"/>
                  </a:lnTo>
                  <a:lnTo>
                    <a:pt x="0" y="260"/>
                  </a:lnTo>
                  <a:lnTo>
                    <a:pt x="1" y="287"/>
                  </a:lnTo>
                  <a:lnTo>
                    <a:pt x="5" y="313"/>
                  </a:lnTo>
                  <a:lnTo>
                    <a:pt x="10" y="338"/>
                  </a:lnTo>
                  <a:lnTo>
                    <a:pt x="19" y="361"/>
                  </a:lnTo>
                  <a:lnTo>
                    <a:pt x="30" y="384"/>
                  </a:lnTo>
                  <a:lnTo>
                    <a:pt x="44" y="406"/>
                  </a:lnTo>
                  <a:lnTo>
                    <a:pt x="59" y="426"/>
                  </a:lnTo>
                  <a:lnTo>
                    <a:pt x="75" y="444"/>
                  </a:lnTo>
                  <a:lnTo>
                    <a:pt x="95" y="462"/>
                  </a:lnTo>
                  <a:lnTo>
                    <a:pt x="114" y="476"/>
                  </a:lnTo>
                  <a:lnTo>
                    <a:pt x="136" y="489"/>
                  </a:lnTo>
                  <a:lnTo>
                    <a:pt x="158" y="499"/>
                  </a:lnTo>
                  <a:lnTo>
                    <a:pt x="183" y="508"/>
                  </a:lnTo>
                  <a:lnTo>
                    <a:pt x="208" y="516"/>
                  </a:lnTo>
                  <a:lnTo>
                    <a:pt x="233" y="519"/>
                  </a:lnTo>
                  <a:lnTo>
                    <a:pt x="260" y="521"/>
                  </a:lnTo>
                  <a:lnTo>
                    <a:pt x="260" y="521"/>
                  </a:lnTo>
                  <a:lnTo>
                    <a:pt x="287" y="519"/>
                  </a:lnTo>
                  <a:lnTo>
                    <a:pt x="312" y="516"/>
                  </a:lnTo>
                  <a:lnTo>
                    <a:pt x="337" y="508"/>
                  </a:lnTo>
                  <a:lnTo>
                    <a:pt x="361" y="499"/>
                  </a:lnTo>
                  <a:lnTo>
                    <a:pt x="384" y="489"/>
                  </a:lnTo>
                  <a:lnTo>
                    <a:pt x="406" y="476"/>
                  </a:lnTo>
                  <a:lnTo>
                    <a:pt x="425" y="462"/>
                  </a:lnTo>
                  <a:lnTo>
                    <a:pt x="443" y="444"/>
                  </a:lnTo>
                  <a:lnTo>
                    <a:pt x="459" y="426"/>
                  </a:lnTo>
                  <a:lnTo>
                    <a:pt x="476" y="406"/>
                  </a:lnTo>
                  <a:lnTo>
                    <a:pt x="488" y="384"/>
                  </a:lnTo>
                  <a:lnTo>
                    <a:pt x="499" y="361"/>
                  </a:lnTo>
                  <a:lnTo>
                    <a:pt x="508" y="338"/>
                  </a:lnTo>
                  <a:lnTo>
                    <a:pt x="515" y="313"/>
                  </a:lnTo>
                  <a:lnTo>
                    <a:pt x="519" y="287"/>
                  </a:lnTo>
                  <a:lnTo>
                    <a:pt x="520" y="260"/>
                  </a:lnTo>
                  <a:lnTo>
                    <a:pt x="520" y="260"/>
                  </a:lnTo>
                  <a:lnTo>
                    <a:pt x="519" y="233"/>
                  </a:lnTo>
                  <a:lnTo>
                    <a:pt x="515" y="208"/>
                  </a:lnTo>
                  <a:lnTo>
                    <a:pt x="508" y="183"/>
                  </a:lnTo>
                  <a:lnTo>
                    <a:pt x="499" y="158"/>
                  </a:lnTo>
                  <a:lnTo>
                    <a:pt x="488" y="136"/>
                  </a:lnTo>
                  <a:lnTo>
                    <a:pt x="476" y="115"/>
                  </a:lnTo>
                  <a:lnTo>
                    <a:pt x="459" y="95"/>
                  </a:lnTo>
                  <a:lnTo>
                    <a:pt x="443" y="75"/>
                  </a:lnTo>
                  <a:lnTo>
                    <a:pt x="425" y="59"/>
                  </a:lnTo>
                  <a:lnTo>
                    <a:pt x="406" y="45"/>
                  </a:lnTo>
                  <a:lnTo>
                    <a:pt x="384" y="30"/>
                  </a:lnTo>
                  <a:lnTo>
                    <a:pt x="361" y="20"/>
                  </a:lnTo>
                  <a:lnTo>
                    <a:pt x="337" y="11"/>
                  </a:lnTo>
                  <a:lnTo>
                    <a:pt x="312" y="5"/>
                  </a:lnTo>
                  <a:lnTo>
                    <a:pt x="287" y="2"/>
                  </a:lnTo>
                  <a:lnTo>
                    <a:pt x="260" y="0"/>
                  </a:lnTo>
                  <a:lnTo>
                    <a:pt x="260" y="0"/>
                  </a:lnTo>
                  <a:close/>
                  <a:moveTo>
                    <a:pt x="441" y="273"/>
                  </a:moveTo>
                  <a:lnTo>
                    <a:pt x="441" y="273"/>
                  </a:lnTo>
                  <a:lnTo>
                    <a:pt x="440" y="314"/>
                  </a:lnTo>
                  <a:lnTo>
                    <a:pt x="436" y="332"/>
                  </a:lnTo>
                  <a:lnTo>
                    <a:pt x="436" y="332"/>
                  </a:lnTo>
                  <a:lnTo>
                    <a:pt x="434" y="347"/>
                  </a:lnTo>
                  <a:lnTo>
                    <a:pt x="429" y="359"/>
                  </a:lnTo>
                  <a:lnTo>
                    <a:pt x="427" y="365"/>
                  </a:lnTo>
                  <a:lnTo>
                    <a:pt x="422" y="368"/>
                  </a:lnTo>
                  <a:lnTo>
                    <a:pt x="422" y="368"/>
                  </a:lnTo>
                  <a:lnTo>
                    <a:pt x="413" y="377"/>
                  </a:lnTo>
                  <a:lnTo>
                    <a:pt x="402" y="383"/>
                  </a:lnTo>
                  <a:lnTo>
                    <a:pt x="393" y="384"/>
                  </a:lnTo>
                  <a:lnTo>
                    <a:pt x="386" y="384"/>
                  </a:lnTo>
                  <a:lnTo>
                    <a:pt x="386" y="384"/>
                  </a:lnTo>
                  <a:lnTo>
                    <a:pt x="344" y="386"/>
                  </a:lnTo>
                  <a:lnTo>
                    <a:pt x="303" y="388"/>
                  </a:lnTo>
                  <a:lnTo>
                    <a:pt x="260" y="388"/>
                  </a:lnTo>
                  <a:lnTo>
                    <a:pt x="260" y="388"/>
                  </a:lnTo>
                  <a:lnTo>
                    <a:pt x="208" y="388"/>
                  </a:lnTo>
                  <a:lnTo>
                    <a:pt x="168" y="386"/>
                  </a:lnTo>
                  <a:lnTo>
                    <a:pt x="136" y="384"/>
                  </a:lnTo>
                  <a:lnTo>
                    <a:pt x="136" y="384"/>
                  </a:lnTo>
                  <a:lnTo>
                    <a:pt x="118" y="381"/>
                  </a:lnTo>
                  <a:lnTo>
                    <a:pt x="107" y="377"/>
                  </a:lnTo>
                  <a:lnTo>
                    <a:pt x="102" y="374"/>
                  </a:lnTo>
                  <a:lnTo>
                    <a:pt x="97" y="368"/>
                  </a:lnTo>
                  <a:lnTo>
                    <a:pt x="97" y="368"/>
                  </a:lnTo>
                  <a:lnTo>
                    <a:pt x="93" y="365"/>
                  </a:lnTo>
                  <a:lnTo>
                    <a:pt x="89" y="359"/>
                  </a:lnTo>
                  <a:lnTo>
                    <a:pt x="86" y="347"/>
                  </a:lnTo>
                  <a:lnTo>
                    <a:pt x="82" y="332"/>
                  </a:lnTo>
                  <a:lnTo>
                    <a:pt x="82" y="332"/>
                  </a:lnTo>
                  <a:lnTo>
                    <a:pt x="80" y="314"/>
                  </a:lnTo>
                  <a:lnTo>
                    <a:pt x="79" y="273"/>
                  </a:lnTo>
                  <a:lnTo>
                    <a:pt x="79" y="246"/>
                  </a:lnTo>
                  <a:lnTo>
                    <a:pt x="79" y="246"/>
                  </a:lnTo>
                  <a:lnTo>
                    <a:pt x="80" y="205"/>
                  </a:lnTo>
                  <a:lnTo>
                    <a:pt x="82" y="187"/>
                  </a:lnTo>
                  <a:lnTo>
                    <a:pt x="82" y="187"/>
                  </a:lnTo>
                  <a:lnTo>
                    <a:pt x="86" y="172"/>
                  </a:lnTo>
                  <a:lnTo>
                    <a:pt x="89" y="162"/>
                  </a:lnTo>
                  <a:lnTo>
                    <a:pt x="93" y="156"/>
                  </a:lnTo>
                  <a:lnTo>
                    <a:pt x="97" y="151"/>
                  </a:lnTo>
                  <a:lnTo>
                    <a:pt x="97" y="151"/>
                  </a:lnTo>
                  <a:lnTo>
                    <a:pt x="107" y="142"/>
                  </a:lnTo>
                  <a:lnTo>
                    <a:pt x="116" y="138"/>
                  </a:lnTo>
                  <a:lnTo>
                    <a:pt x="125" y="136"/>
                  </a:lnTo>
                  <a:lnTo>
                    <a:pt x="132" y="135"/>
                  </a:lnTo>
                  <a:lnTo>
                    <a:pt x="132" y="135"/>
                  </a:lnTo>
                  <a:lnTo>
                    <a:pt x="174" y="133"/>
                  </a:lnTo>
                  <a:lnTo>
                    <a:pt x="215" y="133"/>
                  </a:lnTo>
                  <a:lnTo>
                    <a:pt x="260" y="131"/>
                  </a:lnTo>
                  <a:lnTo>
                    <a:pt x="260" y="131"/>
                  </a:lnTo>
                  <a:lnTo>
                    <a:pt x="260" y="131"/>
                  </a:lnTo>
                  <a:lnTo>
                    <a:pt x="303" y="133"/>
                  </a:lnTo>
                  <a:lnTo>
                    <a:pt x="344" y="133"/>
                  </a:lnTo>
                  <a:lnTo>
                    <a:pt x="386" y="135"/>
                  </a:lnTo>
                  <a:lnTo>
                    <a:pt x="386" y="135"/>
                  </a:lnTo>
                  <a:lnTo>
                    <a:pt x="393" y="136"/>
                  </a:lnTo>
                  <a:lnTo>
                    <a:pt x="402" y="138"/>
                  </a:lnTo>
                  <a:lnTo>
                    <a:pt x="413" y="142"/>
                  </a:lnTo>
                  <a:lnTo>
                    <a:pt x="422" y="151"/>
                  </a:lnTo>
                  <a:lnTo>
                    <a:pt x="422" y="151"/>
                  </a:lnTo>
                  <a:lnTo>
                    <a:pt x="427" y="156"/>
                  </a:lnTo>
                  <a:lnTo>
                    <a:pt x="429" y="162"/>
                  </a:lnTo>
                  <a:lnTo>
                    <a:pt x="434" y="172"/>
                  </a:lnTo>
                  <a:lnTo>
                    <a:pt x="436" y="187"/>
                  </a:lnTo>
                  <a:lnTo>
                    <a:pt x="436" y="187"/>
                  </a:lnTo>
                  <a:lnTo>
                    <a:pt x="440" y="205"/>
                  </a:lnTo>
                  <a:lnTo>
                    <a:pt x="441" y="246"/>
                  </a:lnTo>
                  <a:lnTo>
                    <a:pt x="441" y="27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6" name="Freeform 18"/>
            <p:cNvSpPr>
              <a:spLocks noEditPoints="1"/>
            </p:cNvSpPr>
            <p:nvPr/>
          </p:nvSpPr>
          <p:spPr bwMode="auto">
            <a:xfrm>
              <a:off x="5530851" y="3759200"/>
              <a:ext cx="412750" cy="412750"/>
            </a:xfrm>
            <a:custGeom>
              <a:avLst/>
              <a:gdLst>
                <a:gd name="T0" fmla="*/ 233 w 519"/>
                <a:gd name="T1" fmla="*/ 2 h 521"/>
                <a:gd name="T2" fmla="*/ 158 w 519"/>
                <a:gd name="T3" fmla="*/ 20 h 521"/>
                <a:gd name="T4" fmla="*/ 93 w 519"/>
                <a:gd name="T5" fmla="*/ 59 h 521"/>
                <a:gd name="T6" fmla="*/ 43 w 519"/>
                <a:gd name="T7" fmla="*/ 115 h 521"/>
                <a:gd name="T8" fmla="*/ 10 w 519"/>
                <a:gd name="T9" fmla="*/ 183 h 521"/>
                <a:gd name="T10" fmla="*/ 0 w 519"/>
                <a:gd name="T11" fmla="*/ 260 h 521"/>
                <a:gd name="T12" fmla="*/ 5 w 519"/>
                <a:gd name="T13" fmla="*/ 313 h 521"/>
                <a:gd name="T14" fmla="*/ 30 w 519"/>
                <a:gd name="T15" fmla="*/ 384 h 521"/>
                <a:gd name="T16" fmla="*/ 75 w 519"/>
                <a:gd name="T17" fmla="*/ 444 h 521"/>
                <a:gd name="T18" fmla="*/ 136 w 519"/>
                <a:gd name="T19" fmla="*/ 489 h 521"/>
                <a:gd name="T20" fmla="*/ 206 w 519"/>
                <a:gd name="T21" fmla="*/ 516 h 521"/>
                <a:gd name="T22" fmla="*/ 260 w 519"/>
                <a:gd name="T23" fmla="*/ 521 h 521"/>
                <a:gd name="T24" fmla="*/ 337 w 519"/>
                <a:gd name="T25" fmla="*/ 508 h 521"/>
                <a:gd name="T26" fmla="*/ 406 w 519"/>
                <a:gd name="T27" fmla="*/ 476 h 521"/>
                <a:gd name="T28" fmla="*/ 459 w 519"/>
                <a:gd name="T29" fmla="*/ 426 h 521"/>
                <a:gd name="T30" fmla="*/ 499 w 519"/>
                <a:gd name="T31" fmla="*/ 361 h 521"/>
                <a:gd name="T32" fmla="*/ 519 w 519"/>
                <a:gd name="T33" fmla="*/ 287 h 521"/>
                <a:gd name="T34" fmla="*/ 519 w 519"/>
                <a:gd name="T35" fmla="*/ 233 h 521"/>
                <a:gd name="T36" fmla="*/ 499 w 519"/>
                <a:gd name="T37" fmla="*/ 158 h 521"/>
                <a:gd name="T38" fmla="*/ 459 w 519"/>
                <a:gd name="T39" fmla="*/ 95 h 521"/>
                <a:gd name="T40" fmla="*/ 406 w 519"/>
                <a:gd name="T41" fmla="*/ 45 h 521"/>
                <a:gd name="T42" fmla="*/ 337 w 519"/>
                <a:gd name="T43" fmla="*/ 11 h 521"/>
                <a:gd name="T44" fmla="*/ 260 w 519"/>
                <a:gd name="T45" fmla="*/ 0 h 521"/>
                <a:gd name="T46" fmla="*/ 109 w 519"/>
                <a:gd name="T47" fmla="*/ 370 h 521"/>
                <a:gd name="T48" fmla="*/ 172 w 519"/>
                <a:gd name="T49" fmla="*/ 370 h 521"/>
                <a:gd name="T50" fmla="*/ 138 w 519"/>
                <a:gd name="T51" fmla="*/ 147 h 521"/>
                <a:gd name="T52" fmla="*/ 116 w 519"/>
                <a:gd name="T53" fmla="*/ 140 h 521"/>
                <a:gd name="T54" fmla="*/ 104 w 519"/>
                <a:gd name="T55" fmla="*/ 126 h 521"/>
                <a:gd name="T56" fmla="*/ 102 w 519"/>
                <a:gd name="T57" fmla="*/ 111 h 521"/>
                <a:gd name="T58" fmla="*/ 107 w 519"/>
                <a:gd name="T59" fmla="*/ 93 h 521"/>
                <a:gd name="T60" fmla="*/ 124 w 519"/>
                <a:gd name="T61" fmla="*/ 81 h 521"/>
                <a:gd name="T62" fmla="*/ 140 w 519"/>
                <a:gd name="T63" fmla="*/ 77 h 521"/>
                <a:gd name="T64" fmla="*/ 161 w 519"/>
                <a:gd name="T65" fmla="*/ 83 h 521"/>
                <a:gd name="T66" fmla="*/ 174 w 519"/>
                <a:gd name="T67" fmla="*/ 99 h 521"/>
                <a:gd name="T68" fmla="*/ 177 w 519"/>
                <a:gd name="T69" fmla="*/ 111 h 521"/>
                <a:gd name="T70" fmla="*/ 172 w 519"/>
                <a:gd name="T71" fmla="*/ 131 h 521"/>
                <a:gd name="T72" fmla="*/ 156 w 519"/>
                <a:gd name="T73" fmla="*/ 144 h 521"/>
                <a:gd name="T74" fmla="*/ 140 w 519"/>
                <a:gd name="T75" fmla="*/ 147 h 521"/>
                <a:gd name="T76" fmla="*/ 352 w 519"/>
                <a:gd name="T77" fmla="*/ 268 h 521"/>
                <a:gd name="T78" fmla="*/ 350 w 519"/>
                <a:gd name="T79" fmla="*/ 250 h 521"/>
                <a:gd name="T80" fmla="*/ 339 w 519"/>
                <a:gd name="T81" fmla="*/ 230 h 521"/>
                <a:gd name="T82" fmla="*/ 316 w 519"/>
                <a:gd name="T83" fmla="*/ 223 h 521"/>
                <a:gd name="T84" fmla="*/ 303 w 519"/>
                <a:gd name="T85" fmla="*/ 224 h 521"/>
                <a:gd name="T86" fmla="*/ 283 w 519"/>
                <a:gd name="T87" fmla="*/ 246 h 521"/>
                <a:gd name="T88" fmla="*/ 282 w 519"/>
                <a:gd name="T89" fmla="*/ 262 h 521"/>
                <a:gd name="T90" fmla="*/ 210 w 519"/>
                <a:gd name="T91" fmla="*/ 370 h 521"/>
                <a:gd name="T92" fmla="*/ 282 w 519"/>
                <a:gd name="T93" fmla="*/ 171 h 521"/>
                <a:gd name="T94" fmla="*/ 283 w 519"/>
                <a:gd name="T95" fmla="*/ 198 h 521"/>
                <a:gd name="T96" fmla="*/ 300 w 519"/>
                <a:gd name="T97" fmla="*/ 181 h 521"/>
                <a:gd name="T98" fmla="*/ 330 w 519"/>
                <a:gd name="T99" fmla="*/ 171 h 521"/>
                <a:gd name="T100" fmla="*/ 361 w 519"/>
                <a:gd name="T101" fmla="*/ 171 h 521"/>
                <a:gd name="T102" fmla="*/ 400 w 519"/>
                <a:gd name="T103" fmla="*/ 192 h 521"/>
                <a:gd name="T104" fmla="*/ 422 w 519"/>
                <a:gd name="T105" fmla="*/ 239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519" h="521">
                  <a:moveTo>
                    <a:pt x="260" y="0"/>
                  </a:moveTo>
                  <a:lnTo>
                    <a:pt x="260" y="0"/>
                  </a:lnTo>
                  <a:lnTo>
                    <a:pt x="233" y="2"/>
                  </a:lnTo>
                  <a:lnTo>
                    <a:pt x="206" y="5"/>
                  </a:lnTo>
                  <a:lnTo>
                    <a:pt x="181" y="11"/>
                  </a:lnTo>
                  <a:lnTo>
                    <a:pt x="158" y="20"/>
                  </a:lnTo>
                  <a:lnTo>
                    <a:pt x="136" y="30"/>
                  </a:lnTo>
                  <a:lnTo>
                    <a:pt x="115" y="45"/>
                  </a:lnTo>
                  <a:lnTo>
                    <a:pt x="93" y="59"/>
                  </a:lnTo>
                  <a:lnTo>
                    <a:pt x="75" y="75"/>
                  </a:lnTo>
                  <a:lnTo>
                    <a:pt x="59" y="95"/>
                  </a:lnTo>
                  <a:lnTo>
                    <a:pt x="43" y="115"/>
                  </a:lnTo>
                  <a:lnTo>
                    <a:pt x="30" y="136"/>
                  </a:lnTo>
                  <a:lnTo>
                    <a:pt x="19" y="158"/>
                  </a:lnTo>
                  <a:lnTo>
                    <a:pt x="10" y="183"/>
                  </a:lnTo>
                  <a:lnTo>
                    <a:pt x="5" y="208"/>
                  </a:lnTo>
                  <a:lnTo>
                    <a:pt x="0" y="233"/>
                  </a:lnTo>
                  <a:lnTo>
                    <a:pt x="0" y="260"/>
                  </a:lnTo>
                  <a:lnTo>
                    <a:pt x="0" y="260"/>
                  </a:lnTo>
                  <a:lnTo>
                    <a:pt x="0" y="287"/>
                  </a:lnTo>
                  <a:lnTo>
                    <a:pt x="5" y="313"/>
                  </a:lnTo>
                  <a:lnTo>
                    <a:pt x="10" y="338"/>
                  </a:lnTo>
                  <a:lnTo>
                    <a:pt x="19" y="361"/>
                  </a:lnTo>
                  <a:lnTo>
                    <a:pt x="30" y="384"/>
                  </a:lnTo>
                  <a:lnTo>
                    <a:pt x="43" y="406"/>
                  </a:lnTo>
                  <a:lnTo>
                    <a:pt x="59" y="426"/>
                  </a:lnTo>
                  <a:lnTo>
                    <a:pt x="75" y="444"/>
                  </a:lnTo>
                  <a:lnTo>
                    <a:pt x="93" y="462"/>
                  </a:lnTo>
                  <a:lnTo>
                    <a:pt x="115" y="476"/>
                  </a:lnTo>
                  <a:lnTo>
                    <a:pt x="136" y="489"/>
                  </a:lnTo>
                  <a:lnTo>
                    <a:pt x="158" y="499"/>
                  </a:lnTo>
                  <a:lnTo>
                    <a:pt x="181" y="508"/>
                  </a:lnTo>
                  <a:lnTo>
                    <a:pt x="206" y="516"/>
                  </a:lnTo>
                  <a:lnTo>
                    <a:pt x="233" y="519"/>
                  </a:lnTo>
                  <a:lnTo>
                    <a:pt x="260" y="521"/>
                  </a:lnTo>
                  <a:lnTo>
                    <a:pt x="260" y="521"/>
                  </a:lnTo>
                  <a:lnTo>
                    <a:pt x="285" y="519"/>
                  </a:lnTo>
                  <a:lnTo>
                    <a:pt x="312" y="516"/>
                  </a:lnTo>
                  <a:lnTo>
                    <a:pt x="337" y="508"/>
                  </a:lnTo>
                  <a:lnTo>
                    <a:pt x="361" y="499"/>
                  </a:lnTo>
                  <a:lnTo>
                    <a:pt x="384" y="489"/>
                  </a:lnTo>
                  <a:lnTo>
                    <a:pt x="406" y="476"/>
                  </a:lnTo>
                  <a:lnTo>
                    <a:pt x="425" y="462"/>
                  </a:lnTo>
                  <a:lnTo>
                    <a:pt x="443" y="444"/>
                  </a:lnTo>
                  <a:lnTo>
                    <a:pt x="459" y="426"/>
                  </a:lnTo>
                  <a:lnTo>
                    <a:pt x="476" y="406"/>
                  </a:lnTo>
                  <a:lnTo>
                    <a:pt x="488" y="384"/>
                  </a:lnTo>
                  <a:lnTo>
                    <a:pt x="499" y="361"/>
                  </a:lnTo>
                  <a:lnTo>
                    <a:pt x="508" y="338"/>
                  </a:lnTo>
                  <a:lnTo>
                    <a:pt x="515" y="313"/>
                  </a:lnTo>
                  <a:lnTo>
                    <a:pt x="519" y="287"/>
                  </a:lnTo>
                  <a:lnTo>
                    <a:pt x="519" y="260"/>
                  </a:lnTo>
                  <a:lnTo>
                    <a:pt x="519" y="260"/>
                  </a:lnTo>
                  <a:lnTo>
                    <a:pt x="519" y="233"/>
                  </a:lnTo>
                  <a:lnTo>
                    <a:pt x="515" y="208"/>
                  </a:lnTo>
                  <a:lnTo>
                    <a:pt x="508" y="183"/>
                  </a:lnTo>
                  <a:lnTo>
                    <a:pt x="499" y="158"/>
                  </a:lnTo>
                  <a:lnTo>
                    <a:pt x="488" y="136"/>
                  </a:lnTo>
                  <a:lnTo>
                    <a:pt x="476" y="115"/>
                  </a:lnTo>
                  <a:lnTo>
                    <a:pt x="459" y="95"/>
                  </a:lnTo>
                  <a:lnTo>
                    <a:pt x="443" y="75"/>
                  </a:lnTo>
                  <a:lnTo>
                    <a:pt x="425" y="59"/>
                  </a:lnTo>
                  <a:lnTo>
                    <a:pt x="406" y="45"/>
                  </a:lnTo>
                  <a:lnTo>
                    <a:pt x="384" y="30"/>
                  </a:lnTo>
                  <a:lnTo>
                    <a:pt x="361" y="20"/>
                  </a:lnTo>
                  <a:lnTo>
                    <a:pt x="337" y="11"/>
                  </a:lnTo>
                  <a:lnTo>
                    <a:pt x="312" y="5"/>
                  </a:lnTo>
                  <a:lnTo>
                    <a:pt x="285" y="2"/>
                  </a:lnTo>
                  <a:lnTo>
                    <a:pt x="260" y="0"/>
                  </a:lnTo>
                  <a:lnTo>
                    <a:pt x="260" y="0"/>
                  </a:lnTo>
                  <a:close/>
                  <a:moveTo>
                    <a:pt x="172" y="370"/>
                  </a:moveTo>
                  <a:lnTo>
                    <a:pt x="109" y="370"/>
                  </a:lnTo>
                  <a:lnTo>
                    <a:pt x="109" y="171"/>
                  </a:lnTo>
                  <a:lnTo>
                    <a:pt x="172" y="171"/>
                  </a:lnTo>
                  <a:lnTo>
                    <a:pt x="172" y="370"/>
                  </a:lnTo>
                  <a:close/>
                  <a:moveTo>
                    <a:pt x="140" y="147"/>
                  </a:moveTo>
                  <a:lnTo>
                    <a:pt x="138" y="147"/>
                  </a:lnTo>
                  <a:lnTo>
                    <a:pt x="138" y="147"/>
                  </a:lnTo>
                  <a:lnTo>
                    <a:pt x="131" y="145"/>
                  </a:lnTo>
                  <a:lnTo>
                    <a:pt x="124" y="144"/>
                  </a:lnTo>
                  <a:lnTo>
                    <a:pt x="116" y="140"/>
                  </a:lnTo>
                  <a:lnTo>
                    <a:pt x="111" y="136"/>
                  </a:lnTo>
                  <a:lnTo>
                    <a:pt x="107" y="131"/>
                  </a:lnTo>
                  <a:lnTo>
                    <a:pt x="104" y="126"/>
                  </a:lnTo>
                  <a:lnTo>
                    <a:pt x="102" y="118"/>
                  </a:lnTo>
                  <a:lnTo>
                    <a:pt x="102" y="111"/>
                  </a:lnTo>
                  <a:lnTo>
                    <a:pt x="102" y="111"/>
                  </a:lnTo>
                  <a:lnTo>
                    <a:pt x="102" y="104"/>
                  </a:lnTo>
                  <a:lnTo>
                    <a:pt x="104" y="99"/>
                  </a:lnTo>
                  <a:lnTo>
                    <a:pt x="107" y="93"/>
                  </a:lnTo>
                  <a:lnTo>
                    <a:pt x="111" y="88"/>
                  </a:lnTo>
                  <a:lnTo>
                    <a:pt x="118" y="83"/>
                  </a:lnTo>
                  <a:lnTo>
                    <a:pt x="124" y="81"/>
                  </a:lnTo>
                  <a:lnTo>
                    <a:pt x="131" y="79"/>
                  </a:lnTo>
                  <a:lnTo>
                    <a:pt x="140" y="77"/>
                  </a:lnTo>
                  <a:lnTo>
                    <a:pt x="140" y="77"/>
                  </a:lnTo>
                  <a:lnTo>
                    <a:pt x="149" y="79"/>
                  </a:lnTo>
                  <a:lnTo>
                    <a:pt x="156" y="81"/>
                  </a:lnTo>
                  <a:lnTo>
                    <a:pt x="161" y="83"/>
                  </a:lnTo>
                  <a:lnTo>
                    <a:pt x="167" y="88"/>
                  </a:lnTo>
                  <a:lnTo>
                    <a:pt x="172" y="93"/>
                  </a:lnTo>
                  <a:lnTo>
                    <a:pt x="174" y="99"/>
                  </a:lnTo>
                  <a:lnTo>
                    <a:pt x="177" y="104"/>
                  </a:lnTo>
                  <a:lnTo>
                    <a:pt x="177" y="111"/>
                  </a:lnTo>
                  <a:lnTo>
                    <a:pt x="177" y="111"/>
                  </a:lnTo>
                  <a:lnTo>
                    <a:pt x="177" y="118"/>
                  </a:lnTo>
                  <a:lnTo>
                    <a:pt x="176" y="126"/>
                  </a:lnTo>
                  <a:lnTo>
                    <a:pt x="172" y="131"/>
                  </a:lnTo>
                  <a:lnTo>
                    <a:pt x="167" y="136"/>
                  </a:lnTo>
                  <a:lnTo>
                    <a:pt x="161" y="140"/>
                  </a:lnTo>
                  <a:lnTo>
                    <a:pt x="156" y="144"/>
                  </a:lnTo>
                  <a:lnTo>
                    <a:pt x="147" y="145"/>
                  </a:lnTo>
                  <a:lnTo>
                    <a:pt x="140" y="147"/>
                  </a:lnTo>
                  <a:lnTo>
                    <a:pt x="140" y="147"/>
                  </a:lnTo>
                  <a:close/>
                  <a:moveTo>
                    <a:pt x="424" y="370"/>
                  </a:moveTo>
                  <a:lnTo>
                    <a:pt x="352" y="370"/>
                  </a:lnTo>
                  <a:lnTo>
                    <a:pt x="352" y="268"/>
                  </a:lnTo>
                  <a:lnTo>
                    <a:pt x="352" y="268"/>
                  </a:lnTo>
                  <a:lnTo>
                    <a:pt x="352" y="259"/>
                  </a:lnTo>
                  <a:lnTo>
                    <a:pt x="350" y="250"/>
                  </a:lnTo>
                  <a:lnTo>
                    <a:pt x="348" y="241"/>
                  </a:lnTo>
                  <a:lnTo>
                    <a:pt x="343" y="235"/>
                  </a:lnTo>
                  <a:lnTo>
                    <a:pt x="339" y="230"/>
                  </a:lnTo>
                  <a:lnTo>
                    <a:pt x="332" y="226"/>
                  </a:lnTo>
                  <a:lnTo>
                    <a:pt x="325" y="223"/>
                  </a:lnTo>
                  <a:lnTo>
                    <a:pt x="316" y="223"/>
                  </a:lnTo>
                  <a:lnTo>
                    <a:pt x="316" y="223"/>
                  </a:lnTo>
                  <a:lnTo>
                    <a:pt x="310" y="223"/>
                  </a:lnTo>
                  <a:lnTo>
                    <a:pt x="303" y="224"/>
                  </a:lnTo>
                  <a:lnTo>
                    <a:pt x="294" y="230"/>
                  </a:lnTo>
                  <a:lnTo>
                    <a:pt x="287" y="237"/>
                  </a:lnTo>
                  <a:lnTo>
                    <a:pt x="283" y="246"/>
                  </a:lnTo>
                  <a:lnTo>
                    <a:pt x="283" y="246"/>
                  </a:lnTo>
                  <a:lnTo>
                    <a:pt x="282" y="253"/>
                  </a:lnTo>
                  <a:lnTo>
                    <a:pt x="282" y="262"/>
                  </a:lnTo>
                  <a:lnTo>
                    <a:pt x="282" y="370"/>
                  </a:lnTo>
                  <a:lnTo>
                    <a:pt x="210" y="370"/>
                  </a:lnTo>
                  <a:lnTo>
                    <a:pt x="210" y="370"/>
                  </a:lnTo>
                  <a:lnTo>
                    <a:pt x="212" y="277"/>
                  </a:lnTo>
                  <a:lnTo>
                    <a:pt x="210" y="171"/>
                  </a:lnTo>
                  <a:lnTo>
                    <a:pt x="282" y="171"/>
                  </a:lnTo>
                  <a:lnTo>
                    <a:pt x="282" y="203"/>
                  </a:lnTo>
                  <a:lnTo>
                    <a:pt x="282" y="203"/>
                  </a:lnTo>
                  <a:lnTo>
                    <a:pt x="283" y="198"/>
                  </a:lnTo>
                  <a:lnTo>
                    <a:pt x="287" y="192"/>
                  </a:lnTo>
                  <a:lnTo>
                    <a:pt x="292" y="187"/>
                  </a:lnTo>
                  <a:lnTo>
                    <a:pt x="300" y="181"/>
                  </a:lnTo>
                  <a:lnTo>
                    <a:pt x="309" y="176"/>
                  </a:lnTo>
                  <a:lnTo>
                    <a:pt x="319" y="172"/>
                  </a:lnTo>
                  <a:lnTo>
                    <a:pt x="330" y="171"/>
                  </a:lnTo>
                  <a:lnTo>
                    <a:pt x="345" y="169"/>
                  </a:lnTo>
                  <a:lnTo>
                    <a:pt x="345" y="169"/>
                  </a:lnTo>
                  <a:lnTo>
                    <a:pt x="361" y="171"/>
                  </a:lnTo>
                  <a:lnTo>
                    <a:pt x="375" y="174"/>
                  </a:lnTo>
                  <a:lnTo>
                    <a:pt x="388" y="181"/>
                  </a:lnTo>
                  <a:lnTo>
                    <a:pt x="400" y="192"/>
                  </a:lnTo>
                  <a:lnTo>
                    <a:pt x="409" y="205"/>
                  </a:lnTo>
                  <a:lnTo>
                    <a:pt x="416" y="219"/>
                  </a:lnTo>
                  <a:lnTo>
                    <a:pt x="422" y="239"/>
                  </a:lnTo>
                  <a:lnTo>
                    <a:pt x="424" y="260"/>
                  </a:lnTo>
                  <a:lnTo>
                    <a:pt x="424" y="37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7" name="Freeform 19"/>
            <p:cNvSpPr>
              <a:spLocks noEditPoints="1"/>
            </p:cNvSpPr>
            <p:nvPr/>
          </p:nvSpPr>
          <p:spPr bwMode="auto">
            <a:xfrm>
              <a:off x="6032501" y="3759200"/>
              <a:ext cx="412750" cy="412750"/>
            </a:xfrm>
            <a:custGeom>
              <a:avLst/>
              <a:gdLst>
                <a:gd name="T0" fmla="*/ 234 w 521"/>
                <a:gd name="T1" fmla="*/ 2 h 521"/>
                <a:gd name="T2" fmla="*/ 160 w 521"/>
                <a:gd name="T3" fmla="*/ 20 h 521"/>
                <a:gd name="T4" fmla="*/ 95 w 521"/>
                <a:gd name="T5" fmla="*/ 59 h 521"/>
                <a:gd name="T6" fmla="*/ 45 w 521"/>
                <a:gd name="T7" fmla="*/ 115 h 521"/>
                <a:gd name="T8" fmla="*/ 13 w 521"/>
                <a:gd name="T9" fmla="*/ 183 h 521"/>
                <a:gd name="T10" fmla="*/ 0 w 521"/>
                <a:gd name="T11" fmla="*/ 260 h 521"/>
                <a:gd name="T12" fmla="*/ 6 w 521"/>
                <a:gd name="T13" fmla="*/ 313 h 521"/>
                <a:gd name="T14" fmla="*/ 32 w 521"/>
                <a:gd name="T15" fmla="*/ 384 h 521"/>
                <a:gd name="T16" fmla="*/ 77 w 521"/>
                <a:gd name="T17" fmla="*/ 444 h 521"/>
                <a:gd name="T18" fmla="*/ 137 w 521"/>
                <a:gd name="T19" fmla="*/ 489 h 521"/>
                <a:gd name="T20" fmla="*/ 209 w 521"/>
                <a:gd name="T21" fmla="*/ 516 h 521"/>
                <a:gd name="T22" fmla="*/ 261 w 521"/>
                <a:gd name="T23" fmla="*/ 521 h 521"/>
                <a:gd name="T24" fmla="*/ 338 w 521"/>
                <a:gd name="T25" fmla="*/ 508 h 521"/>
                <a:gd name="T26" fmla="*/ 406 w 521"/>
                <a:gd name="T27" fmla="*/ 476 h 521"/>
                <a:gd name="T28" fmla="*/ 462 w 521"/>
                <a:gd name="T29" fmla="*/ 426 h 521"/>
                <a:gd name="T30" fmla="*/ 501 w 521"/>
                <a:gd name="T31" fmla="*/ 361 h 521"/>
                <a:gd name="T32" fmla="*/ 519 w 521"/>
                <a:gd name="T33" fmla="*/ 287 h 521"/>
                <a:gd name="T34" fmla="*/ 519 w 521"/>
                <a:gd name="T35" fmla="*/ 233 h 521"/>
                <a:gd name="T36" fmla="*/ 501 w 521"/>
                <a:gd name="T37" fmla="*/ 158 h 521"/>
                <a:gd name="T38" fmla="*/ 462 w 521"/>
                <a:gd name="T39" fmla="*/ 95 h 521"/>
                <a:gd name="T40" fmla="*/ 406 w 521"/>
                <a:gd name="T41" fmla="*/ 45 h 521"/>
                <a:gd name="T42" fmla="*/ 338 w 521"/>
                <a:gd name="T43" fmla="*/ 11 h 521"/>
                <a:gd name="T44" fmla="*/ 261 w 521"/>
                <a:gd name="T45" fmla="*/ 0 h 521"/>
                <a:gd name="T46" fmla="*/ 331 w 521"/>
                <a:gd name="T47" fmla="*/ 411 h 521"/>
                <a:gd name="T48" fmla="*/ 237 w 521"/>
                <a:gd name="T49" fmla="*/ 410 h 521"/>
                <a:gd name="T50" fmla="*/ 192 w 521"/>
                <a:gd name="T51" fmla="*/ 386 h 521"/>
                <a:gd name="T52" fmla="*/ 171 w 521"/>
                <a:gd name="T53" fmla="*/ 363 h 521"/>
                <a:gd name="T54" fmla="*/ 155 w 521"/>
                <a:gd name="T55" fmla="*/ 329 h 521"/>
                <a:gd name="T56" fmla="*/ 151 w 521"/>
                <a:gd name="T57" fmla="*/ 298 h 521"/>
                <a:gd name="T58" fmla="*/ 151 w 521"/>
                <a:gd name="T59" fmla="*/ 208 h 521"/>
                <a:gd name="T60" fmla="*/ 151 w 521"/>
                <a:gd name="T61" fmla="*/ 196 h 521"/>
                <a:gd name="T62" fmla="*/ 156 w 521"/>
                <a:gd name="T63" fmla="*/ 129 h 521"/>
                <a:gd name="T64" fmla="*/ 169 w 521"/>
                <a:gd name="T65" fmla="*/ 111 h 521"/>
                <a:gd name="T66" fmla="*/ 191 w 521"/>
                <a:gd name="T67" fmla="*/ 106 h 521"/>
                <a:gd name="T68" fmla="*/ 219 w 521"/>
                <a:gd name="T69" fmla="*/ 120 h 521"/>
                <a:gd name="T70" fmla="*/ 230 w 521"/>
                <a:gd name="T71" fmla="*/ 154 h 521"/>
                <a:gd name="T72" fmla="*/ 340 w 521"/>
                <a:gd name="T73" fmla="*/ 183 h 521"/>
                <a:gd name="T74" fmla="*/ 358 w 521"/>
                <a:gd name="T75" fmla="*/ 190 h 521"/>
                <a:gd name="T76" fmla="*/ 368 w 521"/>
                <a:gd name="T77" fmla="*/ 210 h 521"/>
                <a:gd name="T78" fmla="*/ 370 w 521"/>
                <a:gd name="T79" fmla="*/ 228 h 521"/>
                <a:gd name="T80" fmla="*/ 361 w 521"/>
                <a:gd name="T81" fmla="*/ 251 h 521"/>
                <a:gd name="T82" fmla="*/ 341 w 521"/>
                <a:gd name="T83" fmla="*/ 260 h 521"/>
                <a:gd name="T84" fmla="*/ 228 w 521"/>
                <a:gd name="T85" fmla="*/ 262 h 521"/>
                <a:gd name="T86" fmla="*/ 228 w 521"/>
                <a:gd name="T87" fmla="*/ 305 h 521"/>
                <a:gd name="T88" fmla="*/ 237 w 521"/>
                <a:gd name="T89" fmla="*/ 323 h 521"/>
                <a:gd name="T90" fmla="*/ 262 w 521"/>
                <a:gd name="T91" fmla="*/ 334 h 521"/>
                <a:gd name="T92" fmla="*/ 336 w 521"/>
                <a:gd name="T93" fmla="*/ 336 h 521"/>
                <a:gd name="T94" fmla="*/ 354 w 521"/>
                <a:gd name="T95" fmla="*/ 341 h 521"/>
                <a:gd name="T96" fmla="*/ 368 w 521"/>
                <a:gd name="T97" fmla="*/ 357 h 521"/>
                <a:gd name="T98" fmla="*/ 372 w 521"/>
                <a:gd name="T99" fmla="*/ 377 h 521"/>
                <a:gd name="T100" fmla="*/ 361 w 521"/>
                <a:gd name="T101" fmla="*/ 402 h 521"/>
                <a:gd name="T102" fmla="*/ 341 w 521"/>
                <a:gd name="T103" fmla="*/ 411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21" h="521">
                  <a:moveTo>
                    <a:pt x="261" y="0"/>
                  </a:moveTo>
                  <a:lnTo>
                    <a:pt x="261" y="0"/>
                  </a:lnTo>
                  <a:lnTo>
                    <a:pt x="234" y="2"/>
                  </a:lnTo>
                  <a:lnTo>
                    <a:pt x="209" y="5"/>
                  </a:lnTo>
                  <a:lnTo>
                    <a:pt x="183" y="11"/>
                  </a:lnTo>
                  <a:lnTo>
                    <a:pt x="160" y="20"/>
                  </a:lnTo>
                  <a:lnTo>
                    <a:pt x="137" y="30"/>
                  </a:lnTo>
                  <a:lnTo>
                    <a:pt x="115" y="45"/>
                  </a:lnTo>
                  <a:lnTo>
                    <a:pt x="95" y="59"/>
                  </a:lnTo>
                  <a:lnTo>
                    <a:pt x="77" y="75"/>
                  </a:lnTo>
                  <a:lnTo>
                    <a:pt x="59" y="95"/>
                  </a:lnTo>
                  <a:lnTo>
                    <a:pt x="45" y="115"/>
                  </a:lnTo>
                  <a:lnTo>
                    <a:pt x="32" y="136"/>
                  </a:lnTo>
                  <a:lnTo>
                    <a:pt x="22" y="158"/>
                  </a:lnTo>
                  <a:lnTo>
                    <a:pt x="13" y="183"/>
                  </a:lnTo>
                  <a:lnTo>
                    <a:pt x="6" y="208"/>
                  </a:lnTo>
                  <a:lnTo>
                    <a:pt x="2" y="233"/>
                  </a:lnTo>
                  <a:lnTo>
                    <a:pt x="0" y="260"/>
                  </a:lnTo>
                  <a:lnTo>
                    <a:pt x="0" y="260"/>
                  </a:lnTo>
                  <a:lnTo>
                    <a:pt x="2" y="287"/>
                  </a:lnTo>
                  <a:lnTo>
                    <a:pt x="6" y="313"/>
                  </a:lnTo>
                  <a:lnTo>
                    <a:pt x="13" y="338"/>
                  </a:lnTo>
                  <a:lnTo>
                    <a:pt x="22" y="361"/>
                  </a:lnTo>
                  <a:lnTo>
                    <a:pt x="32" y="384"/>
                  </a:lnTo>
                  <a:lnTo>
                    <a:pt x="45" y="406"/>
                  </a:lnTo>
                  <a:lnTo>
                    <a:pt x="59" y="426"/>
                  </a:lnTo>
                  <a:lnTo>
                    <a:pt x="77" y="444"/>
                  </a:lnTo>
                  <a:lnTo>
                    <a:pt x="95" y="462"/>
                  </a:lnTo>
                  <a:lnTo>
                    <a:pt x="115" y="476"/>
                  </a:lnTo>
                  <a:lnTo>
                    <a:pt x="137" y="489"/>
                  </a:lnTo>
                  <a:lnTo>
                    <a:pt x="160" y="499"/>
                  </a:lnTo>
                  <a:lnTo>
                    <a:pt x="183" y="508"/>
                  </a:lnTo>
                  <a:lnTo>
                    <a:pt x="209" y="516"/>
                  </a:lnTo>
                  <a:lnTo>
                    <a:pt x="234" y="519"/>
                  </a:lnTo>
                  <a:lnTo>
                    <a:pt x="261" y="521"/>
                  </a:lnTo>
                  <a:lnTo>
                    <a:pt x="261" y="521"/>
                  </a:lnTo>
                  <a:lnTo>
                    <a:pt x="288" y="519"/>
                  </a:lnTo>
                  <a:lnTo>
                    <a:pt x="313" y="516"/>
                  </a:lnTo>
                  <a:lnTo>
                    <a:pt x="338" y="508"/>
                  </a:lnTo>
                  <a:lnTo>
                    <a:pt x="363" y="499"/>
                  </a:lnTo>
                  <a:lnTo>
                    <a:pt x="385" y="489"/>
                  </a:lnTo>
                  <a:lnTo>
                    <a:pt x="406" y="476"/>
                  </a:lnTo>
                  <a:lnTo>
                    <a:pt x="426" y="462"/>
                  </a:lnTo>
                  <a:lnTo>
                    <a:pt x="446" y="444"/>
                  </a:lnTo>
                  <a:lnTo>
                    <a:pt x="462" y="426"/>
                  </a:lnTo>
                  <a:lnTo>
                    <a:pt x="476" y="406"/>
                  </a:lnTo>
                  <a:lnTo>
                    <a:pt x="491" y="384"/>
                  </a:lnTo>
                  <a:lnTo>
                    <a:pt x="501" y="361"/>
                  </a:lnTo>
                  <a:lnTo>
                    <a:pt x="509" y="338"/>
                  </a:lnTo>
                  <a:lnTo>
                    <a:pt x="516" y="313"/>
                  </a:lnTo>
                  <a:lnTo>
                    <a:pt x="519" y="287"/>
                  </a:lnTo>
                  <a:lnTo>
                    <a:pt x="521" y="260"/>
                  </a:lnTo>
                  <a:lnTo>
                    <a:pt x="521" y="260"/>
                  </a:lnTo>
                  <a:lnTo>
                    <a:pt x="519" y="233"/>
                  </a:lnTo>
                  <a:lnTo>
                    <a:pt x="516" y="208"/>
                  </a:lnTo>
                  <a:lnTo>
                    <a:pt x="509" y="183"/>
                  </a:lnTo>
                  <a:lnTo>
                    <a:pt x="501" y="158"/>
                  </a:lnTo>
                  <a:lnTo>
                    <a:pt x="491" y="136"/>
                  </a:lnTo>
                  <a:lnTo>
                    <a:pt x="476" y="115"/>
                  </a:lnTo>
                  <a:lnTo>
                    <a:pt x="462" y="95"/>
                  </a:lnTo>
                  <a:lnTo>
                    <a:pt x="446" y="75"/>
                  </a:lnTo>
                  <a:lnTo>
                    <a:pt x="426" y="59"/>
                  </a:lnTo>
                  <a:lnTo>
                    <a:pt x="406" y="45"/>
                  </a:lnTo>
                  <a:lnTo>
                    <a:pt x="385" y="30"/>
                  </a:lnTo>
                  <a:lnTo>
                    <a:pt x="363" y="20"/>
                  </a:lnTo>
                  <a:lnTo>
                    <a:pt x="338" y="11"/>
                  </a:lnTo>
                  <a:lnTo>
                    <a:pt x="313" y="5"/>
                  </a:lnTo>
                  <a:lnTo>
                    <a:pt x="288" y="2"/>
                  </a:lnTo>
                  <a:lnTo>
                    <a:pt x="261" y="0"/>
                  </a:lnTo>
                  <a:lnTo>
                    <a:pt x="261" y="0"/>
                  </a:lnTo>
                  <a:close/>
                  <a:moveTo>
                    <a:pt x="331" y="411"/>
                  </a:moveTo>
                  <a:lnTo>
                    <a:pt x="331" y="411"/>
                  </a:lnTo>
                  <a:lnTo>
                    <a:pt x="246" y="410"/>
                  </a:lnTo>
                  <a:lnTo>
                    <a:pt x="246" y="410"/>
                  </a:lnTo>
                  <a:lnTo>
                    <a:pt x="237" y="410"/>
                  </a:lnTo>
                  <a:lnTo>
                    <a:pt x="225" y="404"/>
                  </a:lnTo>
                  <a:lnTo>
                    <a:pt x="209" y="397"/>
                  </a:lnTo>
                  <a:lnTo>
                    <a:pt x="192" y="386"/>
                  </a:lnTo>
                  <a:lnTo>
                    <a:pt x="185" y="381"/>
                  </a:lnTo>
                  <a:lnTo>
                    <a:pt x="178" y="372"/>
                  </a:lnTo>
                  <a:lnTo>
                    <a:pt x="171" y="363"/>
                  </a:lnTo>
                  <a:lnTo>
                    <a:pt x="164" y="352"/>
                  </a:lnTo>
                  <a:lnTo>
                    <a:pt x="158" y="341"/>
                  </a:lnTo>
                  <a:lnTo>
                    <a:pt x="155" y="329"/>
                  </a:lnTo>
                  <a:lnTo>
                    <a:pt x="153" y="314"/>
                  </a:lnTo>
                  <a:lnTo>
                    <a:pt x="151" y="298"/>
                  </a:lnTo>
                  <a:lnTo>
                    <a:pt x="151" y="298"/>
                  </a:lnTo>
                  <a:lnTo>
                    <a:pt x="151" y="251"/>
                  </a:lnTo>
                  <a:lnTo>
                    <a:pt x="151" y="251"/>
                  </a:lnTo>
                  <a:lnTo>
                    <a:pt x="151" y="208"/>
                  </a:lnTo>
                  <a:lnTo>
                    <a:pt x="151" y="208"/>
                  </a:lnTo>
                  <a:lnTo>
                    <a:pt x="151" y="196"/>
                  </a:lnTo>
                  <a:lnTo>
                    <a:pt x="151" y="196"/>
                  </a:lnTo>
                  <a:lnTo>
                    <a:pt x="151" y="162"/>
                  </a:lnTo>
                  <a:lnTo>
                    <a:pt x="153" y="145"/>
                  </a:lnTo>
                  <a:lnTo>
                    <a:pt x="156" y="129"/>
                  </a:lnTo>
                  <a:lnTo>
                    <a:pt x="156" y="129"/>
                  </a:lnTo>
                  <a:lnTo>
                    <a:pt x="162" y="118"/>
                  </a:lnTo>
                  <a:lnTo>
                    <a:pt x="169" y="111"/>
                  </a:lnTo>
                  <a:lnTo>
                    <a:pt x="178" y="108"/>
                  </a:lnTo>
                  <a:lnTo>
                    <a:pt x="191" y="106"/>
                  </a:lnTo>
                  <a:lnTo>
                    <a:pt x="191" y="106"/>
                  </a:lnTo>
                  <a:lnTo>
                    <a:pt x="203" y="108"/>
                  </a:lnTo>
                  <a:lnTo>
                    <a:pt x="212" y="113"/>
                  </a:lnTo>
                  <a:lnTo>
                    <a:pt x="219" y="120"/>
                  </a:lnTo>
                  <a:lnTo>
                    <a:pt x="225" y="131"/>
                  </a:lnTo>
                  <a:lnTo>
                    <a:pt x="228" y="142"/>
                  </a:lnTo>
                  <a:lnTo>
                    <a:pt x="230" y="154"/>
                  </a:lnTo>
                  <a:lnTo>
                    <a:pt x="230" y="183"/>
                  </a:lnTo>
                  <a:lnTo>
                    <a:pt x="340" y="183"/>
                  </a:lnTo>
                  <a:lnTo>
                    <a:pt x="340" y="183"/>
                  </a:lnTo>
                  <a:lnTo>
                    <a:pt x="347" y="185"/>
                  </a:lnTo>
                  <a:lnTo>
                    <a:pt x="352" y="187"/>
                  </a:lnTo>
                  <a:lnTo>
                    <a:pt x="358" y="190"/>
                  </a:lnTo>
                  <a:lnTo>
                    <a:pt x="361" y="196"/>
                  </a:lnTo>
                  <a:lnTo>
                    <a:pt x="365" y="203"/>
                  </a:lnTo>
                  <a:lnTo>
                    <a:pt x="368" y="210"/>
                  </a:lnTo>
                  <a:lnTo>
                    <a:pt x="370" y="219"/>
                  </a:lnTo>
                  <a:lnTo>
                    <a:pt x="370" y="228"/>
                  </a:lnTo>
                  <a:lnTo>
                    <a:pt x="370" y="228"/>
                  </a:lnTo>
                  <a:lnTo>
                    <a:pt x="368" y="237"/>
                  </a:lnTo>
                  <a:lnTo>
                    <a:pt x="367" y="244"/>
                  </a:lnTo>
                  <a:lnTo>
                    <a:pt x="361" y="251"/>
                  </a:lnTo>
                  <a:lnTo>
                    <a:pt x="354" y="255"/>
                  </a:lnTo>
                  <a:lnTo>
                    <a:pt x="347" y="259"/>
                  </a:lnTo>
                  <a:lnTo>
                    <a:pt x="341" y="260"/>
                  </a:lnTo>
                  <a:lnTo>
                    <a:pt x="327" y="262"/>
                  </a:lnTo>
                  <a:lnTo>
                    <a:pt x="228" y="262"/>
                  </a:lnTo>
                  <a:lnTo>
                    <a:pt x="228" y="262"/>
                  </a:lnTo>
                  <a:lnTo>
                    <a:pt x="228" y="300"/>
                  </a:lnTo>
                  <a:lnTo>
                    <a:pt x="228" y="300"/>
                  </a:lnTo>
                  <a:lnTo>
                    <a:pt x="228" y="305"/>
                  </a:lnTo>
                  <a:lnTo>
                    <a:pt x="230" y="313"/>
                  </a:lnTo>
                  <a:lnTo>
                    <a:pt x="232" y="318"/>
                  </a:lnTo>
                  <a:lnTo>
                    <a:pt x="237" y="323"/>
                  </a:lnTo>
                  <a:lnTo>
                    <a:pt x="243" y="329"/>
                  </a:lnTo>
                  <a:lnTo>
                    <a:pt x="252" y="332"/>
                  </a:lnTo>
                  <a:lnTo>
                    <a:pt x="262" y="334"/>
                  </a:lnTo>
                  <a:lnTo>
                    <a:pt x="277" y="336"/>
                  </a:lnTo>
                  <a:lnTo>
                    <a:pt x="336" y="336"/>
                  </a:lnTo>
                  <a:lnTo>
                    <a:pt x="336" y="336"/>
                  </a:lnTo>
                  <a:lnTo>
                    <a:pt x="341" y="336"/>
                  </a:lnTo>
                  <a:lnTo>
                    <a:pt x="347" y="338"/>
                  </a:lnTo>
                  <a:lnTo>
                    <a:pt x="354" y="341"/>
                  </a:lnTo>
                  <a:lnTo>
                    <a:pt x="359" y="345"/>
                  </a:lnTo>
                  <a:lnTo>
                    <a:pt x="365" y="350"/>
                  </a:lnTo>
                  <a:lnTo>
                    <a:pt x="368" y="357"/>
                  </a:lnTo>
                  <a:lnTo>
                    <a:pt x="372" y="366"/>
                  </a:lnTo>
                  <a:lnTo>
                    <a:pt x="372" y="377"/>
                  </a:lnTo>
                  <a:lnTo>
                    <a:pt x="372" y="377"/>
                  </a:lnTo>
                  <a:lnTo>
                    <a:pt x="370" y="388"/>
                  </a:lnTo>
                  <a:lnTo>
                    <a:pt x="367" y="395"/>
                  </a:lnTo>
                  <a:lnTo>
                    <a:pt x="361" y="402"/>
                  </a:lnTo>
                  <a:lnTo>
                    <a:pt x="356" y="406"/>
                  </a:lnTo>
                  <a:lnTo>
                    <a:pt x="349" y="410"/>
                  </a:lnTo>
                  <a:lnTo>
                    <a:pt x="341" y="411"/>
                  </a:lnTo>
                  <a:lnTo>
                    <a:pt x="331" y="411"/>
                  </a:lnTo>
                  <a:lnTo>
                    <a:pt x="331" y="411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8" name="Freeform 20"/>
            <p:cNvSpPr>
              <a:spLocks noEditPoints="1"/>
            </p:cNvSpPr>
            <p:nvPr/>
          </p:nvSpPr>
          <p:spPr bwMode="auto">
            <a:xfrm>
              <a:off x="5029201" y="3759200"/>
              <a:ext cx="414338" cy="412750"/>
            </a:xfrm>
            <a:custGeom>
              <a:avLst/>
              <a:gdLst>
                <a:gd name="T0" fmla="*/ 261 w 521"/>
                <a:gd name="T1" fmla="*/ 0 h 521"/>
                <a:gd name="T2" fmla="*/ 209 w 521"/>
                <a:gd name="T3" fmla="*/ 5 h 521"/>
                <a:gd name="T4" fmla="*/ 160 w 521"/>
                <a:gd name="T5" fmla="*/ 20 h 521"/>
                <a:gd name="T6" fmla="*/ 115 w 521"/>
                <a:gd name="T7" fmla="*/ 45 h 521"/>
                <a:gd name="T8" fmla="*/ 78 w 521"/>
                <a:gd name="T9" fmla="*/ 75 h 521"/>
                <a:gd name="T10" fmla="*/ 45 w 521"/>
                <a:gd name="T11" fmla="*/ 115 h 521"/>
                <a:gd name="T12" fmla="*/ 22 w 521"/>
                <a:gd name="T13" fmla="*/ 158 h 521"/>
                <a:gd name="T14" fmla="*/ 6 w 521"/>
                <a:gd name="T15" fmla="*/ 208 h 521"/>
                <a:gd name="T16" fmla="*/ 0 w 521"/>
                <a:gd name="T17" fmla="*/ 260 h 521"/>
                <a:gd name="T18" fmla="*/ 2 w 521"/>
                <a:gd name="T19" fmla="*/ 287 h 521"/>
                <a:gd name="T20" fmla="*/ 13 w 521"/>
                <a:gd name="T21" fmla="*/ 338 h 521"/>
                <a:gd name="T22" fmla="*/ 33 w 521"/>
                <a:gd name="T23" fmla="*/ 384 h 521"/>
                <a:gd name="T24" fmla="*/ 60 w 521"/>
                <a:gd name="T25" fmla="*/ 426 h 521"/>
                <a:gd name="T26" fmla="*/ 95 w 521"/>
                <a:gd name="T27" fmla="*/ 462 h 521"/>
                <a:gd name="T28" fmla="*/ 137 w 521"/>
                <a:gd name="T29" fmla="*/ 489 h 521"/>
                <a:gd name="T30" fmla="*/ 183 w 521"/>
                <a:gd name="T31" fmla="*/ 508 h 521"/>
                <a:gd name="T32" fmla="*/ 234 w 521"/>
                <a:gd name="T33" fmla="*/ 519 h 521"/>
                <a:gd name="T34" fmla="*/ 261 w 521"/>
                <a:gd name="T35" fmla="*/ 521 h 521"/>
                <a:gd name="T36" fmla="*/ 313 w 521"/>
                <a:gd name="T37" fmla="*/ 516 h 521"/>
                <a:gd name="T38" fmla="*/ 361 w 521"/>
                <a:gd name="T39" fmla="*/ 499 h 521"/>
                <a:gd name="T40" fmla="*/ 406 w 521"/>
                <a:gd name="T41" fmla="*/ 476 h 521"/>
                <a:gd name="T42" fmla="*/ 444 w 521"/>
                <a:gd name="T43" fmla="*/ 444 h 521"/>
                <a:gd name="T44" fmla="*/ 476 w 521"/>
                <a:gd name="T45" fmla="*/ 406 h 521"/>
                <a:gd name="T46" fmla="*/ 500 w 521"/>
                <a:gd name="T47" fmla="*/ 361 h 521"/>
                <a:gd name="T48" fmla="*/ 516 w 521"/>
                <a:gd name="T49" fmla="*/ 313 h 521"/>
                <a:gd name="T50" fmla="*/ 521 w 521"/>
                <a:gd name="T51" fmla="*/ 260 h 521"/>
                <a:gd name="T52" fmla="*/ 519 w 521"/>
                <a:gd name="T53" fmla="*/ 233 h 521"/>
                <a:gd name="T54" fmla="*/ 509 w 521"/>
                <a:gd name="T55" fmla="*/ 183 h 521"/>
                <a:gd name="T56" fmla="*/ 489 w 521"/>
                <a:gd name="T57" fmla="*/ 136 h 521"/>
                <a:gd name="T58" fmla="*/ 462 w 521"/>
                <a:gd name="T59" fmla="*/ 95 h 521"/>
                <a:gd name="T60" fmla="*/ 426 w 521"/>
                <a:gd name="T61" fmla="*/ 59 h 521"/>
                <a:gd name="T62" fmla="*/ 385 w 521"/>
                <a:gd name="T63" fmla="*/ 30 h 521"/>
                <a:gd name="T64" fmla="*/ 338 w 521"/>
                <a:gd name="T65" fmla="*/ 11 h 521"/>
                <a:gd name="T66" fmla="*/ 288 w 521"/>
                <a:gd name="T67" fmla="*/ 2 h 521"/>
                <a:gd name="T68" fmla="*/ 261 w 521"/>
                <a:gd name="T69" fmla="*/ 0 h 521"/>
                <a:gd name="T70" fmla="*/ 284 w 521"/>
                <a:gd name="T71" fmla="*/ 259 h 521"/>
                <a:gd name="T72" fmla="*/ 284 w 521"/>
                <a:gd name="T73" fmla="*/ 420 h 521"/>
                <a:gd name="T74" fmla="*/ 218 w 521"/>
                <a:gd name="T75" fmla="*/ 420 h 521"/>
                <a:gd name="T76" fmla="*/ 185 w 521"/>
                <a:gd name="T77" fmla="*/ 259 h 521"/>
                <a:gd name="T78" fmla="*/ 218 w 521"/>
                <a:gd name="T79" fmla="*/ 203 h 521"/>
                <a:gd name="T80" fmla="*/ 218 w 521"/>
                <a:gd name="T81" fmla="*/ 165 h 521"/>
                <a:gd name="T82" fmla="*/ 221 w 521"/>
                <a:gd name="T83" fmla="*/ 144 h 521"/>
                <a:gd name="T84" fmla="*/ 230 w 521"/>
                <a:gd name="T85" fmla="*/ 122 h 521"/>
                <a:gd name="T86" fmla="*/ 252 w 521"/>
                <a:gd name="T87" fmla="*/ 104 h 521"/>
                <a:gd name="T88" fmla="*/ 286 w 521"/>
                <a:gd name="T89" fmla="*/ 99 h 521"/>
                <a:gd name="T90" fmla="*/ 334 w 521"/>
                <a:gd name="T91" fmla="*/ 153 h 521"/>
                <a:gd name="T92" fmla="*/ 298 w 521"/>
                <a:gd name="T93" fmla="*/ 153 h 521"/>
                <a:gd name="T94" fmla="*/ 295 w 521"/>
                <a:gd name="T95" fmla="*/ 154 h 521"/>
                <a:gd name="T96" fmla="*/ 286 w 521"/>
                <a:gd name="T97" fmla="*/ 162 h 521"/>
                <a:gd name="T98" fmla="*/ 284 w 521"/>
                <a:gd name="T99" fmla="*/ 203 h 521"/>
                <a:gd name="T100" fmla="*/ 329 w 521"/>
                <a:gd name="T101" fmla="*/ 259 h 5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521" h="521">
                  <a:moveTo>
                    <a:pt x="261" y="0"/>
                  </a:moveTo>
                  <a:lnTo>
                    <a:pt x="261" y="0"/>
                  </a:lnTo>
                  <a:lnTo>
                    <a:pt x="234" y="2"/>
                  </a:lnTo>
                  <a:lnTo>
                    <a:pt x="209" y="5"/>
                  </a:lnTo>
                  <a:lnTo>
                    <a:pt x="183" y="11"/>
                  </a:lnTo>
                  <a:lnTo>
                    <a:pt x="160" y="20"/>
                  </a:lnTo>
                  <a:lnTo>
                    <a:pt x="137" y="30"/>
                  </a:lnTo>
                  <a:lnTo>
                    <a:pt x="115" y="45"/>
                  </a:lnTo>
                  <a:lnTo>
                    <a:pt x="95" y="59"/>
                  </a:lnTo>
                  <a:lnTo>
                    <a:pt x="78" y="75"/>
                  </a:lnTo>
                  <a:lnTo>
                    <a:pt x="60" y="95"/>
                  </a:lnTo>
                  <a:lnTo>
                    <a:pt x="45" y="115"/>
                  </a:lnTo>
                  <a:lnTo>
                    <a:pt x="33" y="136"/>
                  </a:lnTo>
                  <a:lnTo>
                    <a:pt x="22" y="158"/>
                  </a:lnTo>
                  <a:lnTo>
                    <a:pt x="13" y="183"/>
                  </a:lnTo>
                  <a:lnTo>
                    <a:pt x="6" y="208"/>
                  </a:lnTo>
                  <a:lnTo>
                    <a:pt x="2" y="233"/>
                  </a:lnTo>
                  <a:lnTo>
                    <a:pt x="0" y="260"/>
                  </a:lnTo>
                  <a:lnTo>
                    <a:pt x="0" y="260"/>
                  </a:lnTo>
                  <a:lnTo>
                    <a:pt x="2" y="287"/>
                  </a:lnTo>
                  <a:lnTo>
                    <a:pt x="6" y="313"/>
                  </a:lnTo>
                  <a:lnTo>
                    <a:pt x="13" y="338"/>
                  </a:lnTo>
                  <a:lnTo>
                    <a:pt x="22" y="361"/>
                  </a:lnTo>
                  <a:lnTo>
                    <a:pt x="33" y="384"/>
                  </a:lnTo>
                  <a:lnTo>
                    <a:pt x="45" y="406"/>
                  </a:lnTo>
                  <a:lnTo>
                    <a:pt x="60" y="426"/>
                  </a:lnTo>
                  <a:lnTo>
                    <a:pt x="78" y="444"/>
                  </a:lnTo>
                  <a:lnTo>
                    <a:pt x="95" y="462"/>
                  </a:lnTo>
                  <a:lnTo>
                    <a:pt x="115" y="476"/>
                  </a:lnTo>
                  <a:lnTo>
                    <a:pt x="137" y="489"/>
                  </a:lnTo>
                  <a:lnTo>
                    <a:pt x="160" y="499"/>
                  </a:lnTo>
                  <a:lnTo>
                    <a:pt x="183" y="508"/>
                  </a:lnTo>
                  <a:lnTo>
                    <a:pt x="209" y="516"/>
                  </a:lnTo>
                  <a:lnTo>
                    <a:pt x="234" y="519"/>
                  </a:lnTo>
                  <a:lnTo>
                    <a:pt x="261" y="521"/>
                  </a:lnTo>
                  <a:lnTo>
                    <a:pt x="261" y="521"/>
                  </a:lnTo>
                  <a:lnTo>
                    <a:pt x="288" y="519"/>
                  </a:lnTo>
                  <a:lnTo>
                    <a:pt x="313" y="516"/>
                  </a:lnTo>
                  <a:lnTo>
                    <a:pt x="338" y="508"/>
                  </a:lnTo>
                  <a:lnTo>
                    <a:pt x="361" y="499"/>
                  </a:lnTo>
                  <a:lnTo>
                    <a:pt x="385" y="489"/>
                  </a:lnTo>
                  <a:lnTo>
                    <a:pt x="406" y="476"/>
                  </a:lnTo>
                  <a:lnTo>
                    <a:pt x="426" y="462"/>
                  </a:lnTo>
                  <a:lnTo>
                    <a:pt x="444" y="444"/>
                  </a:lnTo>
                  <a:lnTo>
                    <a:pt x="462" y="426"/>
                  </a:lnTo>
                  <a:lnTo>
                    <a:pt x="476" y="406"/>
                  </a:lnTo>
                  <a:lnTo>
                    <a:pt x="489" y="384"/>
                  </a:lnTo>
                  <a:lnTo>
                    <a:pt x="500" y="361"/>
                  </a:lnTo>
                  <a:lnTo>
                    <a:pt x="509" y="338"/>
                  </a:lnTo>
                  <a:lnTo>
                    <a:pt x="516" y="313"/>
                  </a:lnTo>
                  <a:lnTo>
                    <a:pt x="519" y="287"/>
                  </a:lnTo>
                  <a:lnTo>
                    <a:pt x="521" y="260"/>
                  </a:lnTo>
                  <a:lnTo>
                    <a:pt x="521" y="260"/>
                  </a:lnTo>
                  <a:lnTo>
                    <a:pt x="519" y="233"/>
                  </a:lnTo>
                  <a:lnTo>
                    <a:pt x="516" y="208"/>
                  </a:lnTo>
                  <a:lnTo>
                    <a:pt x="509" y="183"/>
                  </a:lnTo>
                  <a:lnTo>
                    <a:pt x="500" y="158"/>
                  </a:lnTo>
                  <a:lnTo>
                    <a:pt x="489" y="136"/>
                  </a:lnTo>
                  <a:lnTo>
                    <a:pt x="476" y="115"/>
                  </a:lnTo>
                  <a:lnTo>
                    <a:pt x="462" y="95"/>
                  </a:lnTo>
                  <a:lnTo>
                    <a:pt x="444" y="75"/>
                  </a:lnTo>
                  <a:lnTo>
                    <a:pt x="426" y="59"/>
                  </a:lnTo>
                  <a:lnTo>
                    <a:pt x="406" y="45"/>
                  </a:lnTo>
                  <a:lnTo>
                    <a:pt x="385" y="30"/>
                  </a:lnTo>
                  <a:lnTo>
                    <a:pt x="361" y="20"/>
                  </a:lnTo>
                  <a:lnTo>
                    <a:pt x="338" y="11"/>
                  </a:lnTo>
                  <a:lnTo>
                    <a:pt x="313" y="5"/>
                  </a:lnTo>
                  <a:lnTo>
                    <a:pt x="288" y="2"/>
                  </a:lnTo>
                  <a:lnTo>
                    <a:pt x="261" y="0"/>
                  </a:lnTo>
                  <a:lnTo>
                    <a:pt x="261" y="0"/>
                  </a:lnTo>
                  <a:close/>
                  <a:moveTo>
                    <a:pt x="329" y="259"/>
                  </a:moveTo>
                  <a:lnTo>
                    <a:pt x="284" y="259"/>
                  </a:lnTo>
                  <a:lnTo>
                    <a:pt x="284" y="259"/>
                  </a:lnTo>
                  <a:lnTo>
                    <a:pt x="284" y="420"/>
                  </a:lnTo>
                  <a:lnTo>
                    <a:pt x="218" y="420"/>
                  </a:lnTo>
                  <a:lnTo>
                    <a:pt x="218" y="420"/>
                  </a:lnTo>
                  <a:lnTo>
                    <a:pt x="218" y="259"/>
                  </a:lnTo>
                  <a:lnTo>
                    <a:pt x="185" y="259"/>
                  </a:lnTo>
                  <a:lnTo>
                    <a:pt x="185" y="203"/>
                  </a:lnTo>
                  <a:lnTo>
                    <a:pt x="218" y="203"/>
                  </a:lnTo>
                  <a:lnTo>
                    <a:pt x="218" y="165"/>
                  </a:lnTo>
                  <a:lnTo>
                    <a:pt x="218" y="165"/>
                  </a:lnTo>
                  <a:lnTo>
                    <a:pt x="218" y="154"/>
                  </a:lnTo>
                  <a:lnTo>
                    <a:pt x="221" y="144"/>
                  </a:lnTo>
                  <a:lnTo>
                    <a:pt x="225" y="133"/>
                  </a:lnTo>
                  <a:lnTo>
                    <a:pt x="230" y="122"/>
                  </a:lnTo>
                  <a:lnTo>
                    <a:pt x="239" y="113"/>
                  </a:lnTo>
                  <a:lnTo>
                    <a:pt x="252" y="104"/>
                  </a:lnTo>
                  <a:lnTo>
                    <a:pt x="266" y="101"/>
                  </a:lnTo>
                  <a:lnTo>
                    <a:pt x="286" y="99"/>
                  </a:lnTo>
                  <a:lnTo>
                    <a:pt x="334" y="99"/>
                  </a:lnTo>
                  <a:lnTo>
                    <a:pt x="334" y="153"/>
                  </a:lnTo>
                  <a:lnTo>
                    <a:pt x="334" y="153"/>
                  </a:lnTo>
                  <a:lnTo>
                    <a:pt x="298" y="153"/>
                  </a:lnTo>
                  <a:lnTo>
                    <a:pt x="298" y="153"/>
                  </a:lnTo>
                  <a:lnTo>
                    <a:pt x="295" y="154"/>
                  </a:lnTo>
                  <a:lnTo>
                    <a:pt x="289" y="156"/>
                  </a:lnTo>
                  <a:lnTo>
                    <a:pt x="286" y="162"/>
                  </a:lnTo>
                  <a:lnTo>
                    <a:pt x="284" y="169"/>
                  </a:lnTo>
                  <a:lnTo>
                    <a:pt x="284" y="203"/>
                  </a:lnTo>
                  <a:lnTo>
                    <a:pt x="336" y="203"/>
                  </a:lnTo>
                  <a:lnTo>
                    <a:pt x="329" y="259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199" name="Freeform 64"/>
            <p:cNvSpPr>
              <a:spLocks noEditPoints="1"/>
            </p:cNvSpPr>
            <p:nvPr/>
          </p:nvSpPr>
          <p:spPr bwMode="auto">
            <a:xfrm>
              <a:off x="2243138" y="3800475"/>
              <a:ext cx="174625" cy="293688"/>
            </a:xfrm>
            <a:custGeom>
              <a:avLst/>
              <a:gdLst>
                <a:gd name="T0" fmla="*/ 111 w 221"/>
                <a:gd name="T1" fmla="*/ 370 h 370"/>
                <a:gd name="T2" fmla="*/ 68 w 221"/>
                <a:gd name="T3" fmla="*/ 363 h 370"/>
                <a:gd name="T4" fmla="*/ 32 w 221"/>
                <a:gd name="T5" fmla="*/ 341 h 370"/>
                <a:gd name="T6" fmla="*/ 20 w 221"/>
                <a:gd name="T7" fmla="*/ 327 h 370"/>
                <a:gd name="T8" fmla="*/ 9 w 221"/>
                <a:gd name="T9" fmla="*/ 307 h 370"/>
                <a:gd name="T10" fmla="*/ 2 w 221"/>
                <a:gd name="T11" fmla="*/ 286 h 370"/>
                <a:gd name="T12" fmla="*/ 0 w 221"/>
                <a:gd name="T13" fmla="*/ 262 h 370"/>
                <a:gd name="T14" fmla="*/ 0 w 221"/>
                <a:gd name="T15" fmla="*/ 108 h 370"/>
                <a:gd name="T16" fmla="*/ 2 w 221"/>
                <a:gd name="T17" fmla="*/ 83 h 370"/>
                <a:gd name="T18" fmla="*/ 9 w 221"/>
                <a:gd name="T19" fmla="*/ 61 h 370"/>
                <a:gd name="T20" fmla="*/ 20 w 221"/>
                <a:gd name="T21" fmla="*/ 43 h 370"/>
                <a:gd name="T22" fmla="*/ 32 w 221"/>
                <a:gd name="T23" fmla="*/ 27 h 370"/>
                <a:gd name="T24" fmla="*/ 68 w 221"/>
                <a:gd name="T25" fmla="*/ 7 h 370"/>
                <a:gd name="T26" fmla="*/ 111 w 221"/>
                <a:gd name="T27" fmla="*/ 0 h 370"/>
                <a:gd name="T28" fmla="*/ 133 w 221"/>
                <a:gd name="T29" fmla="*/ 2 h 370"/>
                <a:gd name="T30" fmla="*/ 172 w 221"/>
                <a:gd name="T31" fmla="*/ 16 h 370"/>
                <a:gd name="T32" fmla="*/ 196 w 221"/>
                <a:gd name="T33" fmla="*/ 34 h 370"/>
                <a:gd name="T34" fmla="*/ 208 w 221"/>
                <a:gd name="T35" fmla="*/ 52 h 370"/>
                <a:gd name="T36" fmla="*/ 217 w 221"/>
                <a:gd name="T37" fmla="*/ 72 h 370"/>
                <a:gd name="T38" fmla="*/ 221 w 221"/>
                <a:gd name="T39" fmla="*/ 95 h 370"/>
                <a:gd name="T40" fmla="*/ 221 w 221"/>
                <a:gd name="T41" fmla="*/ 262 h 370"/>
                <a:gd name="T42" fmla="*/ 221 w 221"/>
                <a:gd name="T43" fmla="*/ 275 h 370"/>
                <a:gd name="T44" fmla="*/ 217 w 221"/>
                <a:gd name="T45" fmla="*/ 298 h 370"/>
                <a:gd name="T46" fmla="*/ 208 w 221"/>
                <a:gd name="T47" fmla="*/ 318 h 370"/>
                <a:gd name="T48" fmla="*/ 196 w 221"/>
                <a:gd name="T49" fmla="*/ 334 h 370"/>
                <a:gd name="T50" fmla="*/ 172 w 221"/>
                <a:gd name="T51" fmla="*/ 354 h 370"/>
                <a:gd name="T52" fmla="*/ 133 w 221"/>
                <a:gd name="T53" fmla="*/ 368 h 370"/>
                <a:gd name="T54" fmla="*/ 111 w 221"/>
                <a:gd name="T55" fmla="*/ 370 h 370"/>
                <a:gd name="T56" fmla="*/ 154 w 221"/>
                <a:gd name="T57" fmla="*/ 110 h 370"/>
                <a:gd name="T58" fmla="*/ 153 w 221"/>
                <a:gd name="T59" fmla="*/ 88 h 370"/>
                <a:gd name="T60" fmla="*/ 144 w 221"/>
                <a:gd name="T61" fmla="*/ 72 h 370"/>
                <a:gd name="T62" fmla="*/ 129 w 221"/>
                <a:gd name="T63" fmla="*/ 63 h 370"/>
                <a:gd name="T64" fmla="*/ 111 w 221"/>
                <a:gd name="T65" fmla="*/ 59 h 370"/>
                <a:gd name="T66" fmla="*/ 101 w 221"/>
                <a:gd name="T67" fmla="*/ 61 h 370"/>
                <a:gd name="T68" fmla="*/ 84 w 221"/>
                <a:gd name="T69" fmla="*/ 66 h 370"/>
                <a:gd name="T70" fmla="*/ 74 w 221"/>
                <a:gd name="T71" fmla="*/ 79 h 370"/>
                <a:gd name="T72" fmla="*/ 66 w 221"/>
                <a:gd name="T73" fmla="*/ 99 h 370"/>
                <a:gd name="T74" fmla="*/ 66 w 221"/>
                <a:gd name="T75" fmla="*/ 261 h 370"/>
                <a:gd name="T76" fmla="*/ 66 w 221"/>
                <a:gd name="T77" fmla="*/ 271 h 370"/>
                <a:gd name="T78" fmla="*/ 74 w 221"/>
                <a:gd name="T79" fmla="*/ 291 h 370"/>
                <a:gd name="T80" fmla="*/ 84 w 221"/>
                <a:gd name="T81" fmla="*/ 304 h 370"/>
                <a:gd name="T82" fmla="*/ 101 w 221"/>
                <a:gd name="T83" fmla="*/ 309 h 370"/>
                <a:gd name="T84" fmla="*/ 111 w 221"/>
                <a:gd name="T85" fmla="*/ 311 h 370"/>
                <a:gd name="T86" fmla="*/ 129 w 221"/>
                <a:gd name="T87" fmla="*/ 307 h 370"/>
                <a:gd name="T88" fmla="*/ 144 w 221"/>
                <a:gd name="T89" fmla="*/ 296 h 370"/>
                <a:gd name="T90" fmla="*/ 153 w 221"/>
                <a:gd name="T91" fmla="*/ 282 h 370"/>
                <a:gd name="T92" fmla="*/ 154 w 221"/>
                <a:gd name="T93" fmla="*/ 261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21" h="370">
                  <a:moveTo>
                    <a:pt x="111" y="370"/>
                  </a:moveTo>
                  <a:lnTo>
                    <a:pt x="111" y="370"/>
                  </a:lnTo>
                  <a:lnTo>
                    <a:pt x="90" y="368"/>
                  </a:lnTo>
                  <a:lnTo>
                    <a:pt x="68" y="363"/>
                  </a:lnTo>
                  <a:lnTo>
                    <a:pt x="50" y="354"/>
                  </a:lnTo>
                  <a:lnTo>
                    <a:pt x="32" y="341"/>
                  </a:lnTo>
                  <a:lnTo>
                    <a:pt x="25" y="334"/>
                  </a:lnTo>
                  <a:lnTo>
                    <a:pt x="20" y="327"/>
                  </a:lnTo>
                  <a:lnTo>
                    <a:pt x="14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2" y="286"/>
                  </a:lnTo>
                  <a:lnTo>
                    <a:pt x="0" y="275"/>
                  </a:lnTo>
                  <a:lnTo>
                    <a:pt x="0" y="262"/>
                  </a:lnTo>
                  <a:lnTo>
                    <a:pt x="0" y="108"/>
                  </a:lnTo>
                  <a:lnTo>
                    <a:pt x="0" y="108"/>
                  </a:lnTo>
                  <a:lnTo>
                    <a:pt x="0" y="95"/>
                  </a:lnTo>
                  <a:lnTo>
                    <a:pt x="2" y="83"/>
                  </a:lnTo>
                  <a:lnTo>
                    <a:pt x="5" y="72"/>
                  </a:lnTo>
                  <a:lnTo>
                    <a:pt x="9" y="61"/>
                  </a:lnTo>
                  <a:lnTo>
                    <a:pt x="14" y="52"/>
                  </a:lnTo>
                  <a:lnTo>
                    <a:pt x="20" y="43"/>
                  </a:lnTo>
                  <a:lnTo>
                    <a:pt x="25" y="34"/>
                  </a:lnTo>
                  <a:lnTo>
                    <a:pt x="32" y="27"/>
                  </a:lnTo>
                  <a:lnTo>
                    <a:pt x="50" y="16"/>
                  </a:lnTo>
                  <a:lnTo>
                    <a:pt x="68" y="7"/>
                  </a:lnTo>
                  <a:lnTo>
                    <a:pt x="90" y="2"/>
                  </a:lnTo>
                  <a:lnTo>
                    <a:pt x="111" y="0"/>
                  </a:lnTo>
                  <a:lnTo>
                    <a:pt x="111" y="0"/>
                  </a:lnTo>
                  <a:lnTo>
                    <a:pt x="133" y="2"/>
                  </a:lnTo>
                  <a:lnTo>
                    <a:pt x="153" y="7"/>
                  </a:lnTo>
                  <a:lnTo>
                    <a:pt x="172" y="16"/>
                  </a:lnTo>
                  <a:lnTo>
                    <a:pt x="189" y="27"/>
                  </a:lnTo>
                  <a:lnTo>
                    <a:pt x="196" y="34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2" y="61"/>
                  </a:lnTo>
                  <a:lnTo>
                    <a:pt x="217" y="72"/>
                  </a:lnTo>
                  <a:lnTo>
                    <a:pt x="219" y="83"/>
                  </a:lnTo>
                  <a:lnTo>
                    <a:pt x="221" y="95"/>
                  </a:lnTo>
                  <a:lnTo>
                    <a:pt x="221" y="108"/>
                  </a:lnTo>
                  <a:lnTo>
                    <a:pt x="221" y="262"/>
                  </a:lnTo>
                  <a:lnTo>
                    <a:pt x="221" y="262"/>
                  </a:lnTo>
                  <a:lnTo>
                    <a:pt x="221" y="275"/>
                  </a:lnTo>
                  <a:lnTo>
                    <a:pt x="219" y="286"/>
                  </a:lnTo>
                  <a:lnTo>
                    <a:pt x="217" y="298"/>
                  </a:lnTo>
                  <a:lnTo>
                    <a:pt x="212" y="307"/>
                  </a:lnTo>
                  <a:lnTo>
                    <a:pt x="208" y="318"/>
                  </a:lnTo>
                  <a:lnTo>
                    <a:pt x="203" y="327"/>
                  </a:lnTo>
                  <a:lnTo>
                    <a:pt x="196" y="334"/>
                  </a:lnTo>
                  <a:lnTo>
                    <a:pt x="189" y="341"/>
                  </a:lnTo>
                  <a:lnTo>
                    <a:pt x="172" y="354"/>
                  </a:lnTo>
                  <a:lnTo>
                    <a:pt x="153" y="363"/>
                  </a:lnTo>
                  <a:lnTo>
                    <a:pt x="133" y="368"/>
                  </a:lnTo>
                  <a:lnTo>
                    <a:pt x="111" y="370"/>
                  </a:lnTo>
                  <a:lnTo>
                    <a:pt x="111" y="370"/>
                  </a:lnTo>
                  <a:close/>
                  <a:moveTo>
                    <a:pt x="154" y="110"/>
                  </a:moveTo>
                  <a:lnTo>
                    <a:pt x="154" y="110"/>
                  </a:lnTo>
                  <a:lnTo>
                    <a:pt x="154" y="99"/>
                  </a:lnTo>
                  <a:lnTo>
                    <a:pt x="153" y="88"/>
                  </a:lnTo>
                  <a:lnTo>
                    <a:pt x="147" y="79"/>
                  </a:lnTo>
                  <a:lnTo>
                    <a:pt x="144" y="72"/>
                  </a:lnTo>
                  <a:lnTo>
                    <a:pt x="137" y="66"/>
                  </a:lnTo>
                  <a:lnTo>
                    <a:pt x="129" y="63"/>
                  </a:lnTo>
                  <a:lnTo>
                    <a:pt x="120" y="61"/>
                  </a:lnTo>
                  <a:lnTo>
                    <a:pt x="111" y="59"/>
                  </a:lnTo>
                  <a:lnTo>
                    <a:pt x="111" y="59"/>
                  </a:lnTo>
                  <a:lnTo>
                    <a:pt x="101" y="61"/>
                  </a:lnTo>
                  <a:lnTo>
                    <a:pt x="93" y="63"/>
                  </a:lnTo>
                  <a:lnTo>
                    <a:pt x="84" y="66"/>
                  </a:lnTo>
                  <a:lnTo>
                    <a:pt x="79" y="72"/>
                  </a:lnTo>
                  <a:lnTo>
                    <a:pt x="74" y="79"/>
                  </a:lnTo>
                  <a:lnTo>
                    <a:pt x="70" y="88"/>
                  </a:lnTo>
                  <a:lnTo>
                    <a:pt x="66" y="99"/>
                  </a:lnTo>
                  <a:lnTo>
                    <a:pt x="66" y="110"/>
                  </a:lnTo>
                  <a:lnTo>
                    <a:pt x="66" y="261"/>
                  </a:lnTo>
                  <a:lnTo>
                    <a:pt x="66" y="261"/>
                  </a:lnTo>
                  <a:lnTo>
                    <a:pt x="66" y="271"/>
                  </a:lnTo>
                  <a:lnTo>
                    <a:pt x="70" y="282"/>
                  </a:lnTo>
                  <a:lnTo>
                    <a:pt x="74" y="291"/>
                  </a:lnTo>
                  <a:lnTo>
                    <a:pt x="79" y="296"/>
                  </a:lnTo>
                  <a:lnTo>
                    <a:pt x="84" y="304"/>
                  </a:lnTo>
                  <a:lnTo>
                    <a:pt x="93" y="307"/>
                  </a:lnTo>
                  <a:lnTo>
                    <a:pt x="101" y="309"/>
                  </a:lnTo>
                  <a:lnTo>
                    <a:pt x="111" y="311"/>
                  </a:lnTo>
                  <a:lnTo>
                    <a:pt x="111" y="311"/>
                  </a:lnTo>
                  <a:lnTo>
                    <a:pt x="120" y="309"/>
                  </a:lnTo>
                  <a:lnTo>
                    <a:pt x="129" y="307"/>
                  </a:lnTo>
                  <a:lnTo>
                    <a:pt x="137" y="304"/>
                  </a:lnTo>
                  <a:lnTo>
                    <a:pt x="144" y="296"/>
                  </a:lnTo>
                  <a:lnTo>
                    <a:pt x="147" y="291"/>
                  </a:lnTo>
                  <a:lnTo>
                    <a:pt x="153" y="282"/>
                  </a:lnTo>
                  <a:lnTo>
                    <a:pt x="154" y="271"/>
                  </a:lnTo>
                  <a:lnTo>
                    <a:pt x="154" y="261"/>
                  </a:lnTo>
                  <a:lnTo>
                    <a:pt x="154" y="11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0" name="Freeform 65"/>
            <p:cNvSpPr>
              <a:spLocks noEditPoints="1"/>
            </p:cNvSpPr>
            <p:nvPr/>
          </p:nvSpPr>
          <p:spPr bwMode="auto">
            <a:xfrm>
              <a:off x="2460626" y="3800475"/>
              <a:ext cx="184150" cy="293688"/>
            </a:xfrm>
            <a:custGeom>
              <a:avLst/>
              <a:gdLst>
                <a:gd name="T0" fmla="*/ 93 w 234"/>
                <a:gd name="T1" fmla="*/ 368 h 370"/>
                <a:gd name="T2" fmla="*/ 41 w 234"/>
                <a:gd name="T3" fmla="*/ 349 h 370"/>
                <a:gd name="T4" fmla="*/ 20 w 234"/>
                <a:gd name="T5" fmla="*/ 327 h 370"/>
                <a:gd name="T6" fmla="*/ 5 w 234"/>
                <a:gd name="T7" fmla="*/ 298 h 370"/>
                <a:gd name="T8" fmla="*/ 0 w 234"/>
                <a:gd name="T9" fmla="*/ 261 h 370"/>
                <a:gd name="T10" fmla="*/ 4 w 234"/>
                <a:gd name="T11" fmla="*/ 232 h 370"/>
                <a:gd name="T12" fmla="*/ 22 w 234"/>
                <a:gd name="T13" fmla="*/ 199 h 370"/>
                <a:gd name="T14" fmla="*/ 45 w 234"/>
                <a:gd name="T15" fmla="*/ 180 h 370"/>
                <a:gd name="T16" fmla="*/ 18 w 234"/>
                <a:gd name="T17" fmla="*/ 151 h 370"/>
                <a:gd name="T18" fmla="*/ 5 w 234"/>
                <a:gd name="T19" fmla="*/ 117 h 370"/>
                <a:gd name="T20" fmla="*/ 5 w 234"/>
                <a:gd name="T21" fmla="*/ 92 h 370"/>
                <a:gd name="T22" fmla="*/ 13 w 234"/>
                <a:gd name="T23" fmla="*/ 59 h 370"/>
                <a:gd name="T24" fmla="*/ 31 w 234"/>
                <a:gd name="T25" fmla="*/ 34 h 370"/>
                <a:gd name="T26" fmla="*/ 74 w 234"/>
                <a:gd name="T27" fmla="*/ 7 h 370"/>
                <a:gd name="T28" fmla="*/ 117 w 234"/>
                <a:gd name="T29" fmla="*/ 0 h 370"/>
                <a:gd name="T30" fmla="*/ 178 w 234"/>
                <a:gd name="T31" fmla="*/ 16 h 370"/>
                <a:gd name="T32" fmla="*/ 214 w 234"/>
                <a:gd name="T33" fmla="*/ 50 h 370"/>
                <a:gd name="T34" fmla="*/ 225 w 234"/>
                <a:gd name="T35" fmla="*/ 81 h 370"/>
                <a:gd name="T36" fmla="*/ 228 w 234"/>
                <a:gd name="T37" fmla="*/ 104 h 370"/>
                <a:gd name="T38" fmla="*/ 219 w 234"/>
                <a:gd name="T39" fmla="*/ 142 h 370"/>
                <a:gd name="T40" fmla="*/ 201 w 234"/>
                <a:gd name="T41" fmla="*/ 167 h 370"/>
                <a:gd name="T42" fmla="*/ 203 w 234"/>
                <a:gd name="T43" fmla="*/ 192 h 370"/>
                <a:gd name="T44" fmla="*/ 223 w 234"/>
                <a:gd name="T45" fmla="*/ 219 h 370"/>
                <a:gd name="T46" fmla="*/ 234 w 234"/>
                <a:gd name="T47" fmla="*/ 261 h 370"/>
                <a:gd name="T48" fmla="*/ 230 w 234"/>
                <a:gd name="T49" fmla="*/ 286 h 370"/>
                <a:gd name="T50" fmla="*/ 219 w 234"/>
                <a:gd name="T51" fmla="*/ 318 h 370"/>
                <a:gd name="T52" fmla="*/ 199 w 234"/>
                <a:gd name="T53" fmla="*/ 341 h 370"/>
                <a:gd name="T54" fmla="*/ 162 w 234"/>
                <a:gd name="T55" fmla="*/ 363 h 370"/>
                <a:gd name="T56" fmla="*/ 117 w 234"/>
                <a:gd name="T57" fmla="*/ 370 h 370"/>
                <a:gd name="T58" fmla="*/ 106 w 234"/>
                <a:gd name="T59" fmla="*/ 210 h 370"/>
                <a:gd name="T60" fmla="*/ 81 w 234"/>
                <a:gd name="T61" fmla="*/ 225 h 370"/>
                <a:gd name="T62" fmla="*/ 67 w 234"/>
                <a:gd name="T63" fmla="*/ 250 h 370"/>
                <a:gd name="T64" fmla="*/ 67 w 234"/>
                <a:gd name="T65" fmla="*/ 271 h 370"/>
                <a:gd name="T66" fmla="*/ 81 w 234"/>
                <a:gd name="T67" fmla="*/ 296 h 370"/>
                <a:gd name="T68" fmla="*/ 106 w 234"/>
                <a:gd name="T69" fmla="*/ 309 h 370"/>
                <a:gd name="T70" fmla="*/ 126 w 234"/>
                <a:gd name="T71" fmla="*/ 309 h 370"/>
                <a:gd name="T72" fmla="*/ 151 w 234"/>
                <a:gd name="T73" fmla="*/ 296 h 370"/>
                <a:gd name="T74" fmla="*/ 165 w 234"/>
                <a:gd name="T75" fmla="*/ 271 h 370"/>
                <a:gd name="T76" fmla="*/ 165 w 234"/>
                <a:gd name="T77" fmla="*/ 250 h 370"/>
                <a:gd name="T78" fmla="*/ 151 w 234"/>
                <a:gd name="T79" fmla="*/ 225 h 370"/>
                <a:gd name="T80" fmla="*/ 126 w 234"/>
                <a:gd name="T81" fmla="*/ 210 h 370"/>
                <a:gd name="T82" fmla="*/ 117 w 234"/>
                <a:gd name="T83" fmla="*/ 59 h 370"/>
                <a:gd name="T84" fmla="*/ 99 w 234"/>
                <a:gd name="T85" fmla="*/ 63 h 370"/>
                <a:gd name="T86" fmla="*/ 77 w 234"/>
                <a:gd name="T87" fmla="*/ 79 h 370"/>
                <a:gd name="T88" fmla="*/ 70 w 234"/>
                <a:gd name="T89" fmla="*/ 106 h 370"/>
                <a:gd name="T90" fmla="*/ 74 w 234"/>
                <a:gd name="T91" fmla="*/ 124 h 370"/>
                <a:gd name="T92" fmla="*/ 90 w 234"/>
                <a:gd name="T93" fmla="*/ 144 h 370"/>
                <a:gd name="T94" fmla="*/ 117 w 234"/>
                <a:gd name="T95" fmla="*/ 151 h 370"/>
                <a:gd name="T96" fmla="*/ 135 w 234"/>
                <a:gd name="T97" fmla="*/ 147 h 370"/>
                <a:gd name="T98" fmla="*/ 155 w 234"/>
                <a:gd name="T99" fmla="*/ 131 h 370"/>
                <a:gd name="T100" fmla="*/ 162 w 234"/>
                <a:gd name="T101" fmla="*/ 106 h 370"/>
                <a:gd name="T102" fmla="*/ 158 w 234"/>
                <a:gd name="T103" fmla="*/ 88 h 370"/>
                <a:gd name="T104" fmla="*/ 142 w 234"/>
                <a:gd name="T105" fmla="*/ 66 h 370"/>
                <a:gd name="T106" fmla="*/ 117 w 234"/>
                <a:gd name="T107" fmla="*/ 59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34" h="370">
                  <a:moveTo>
                    <a:pt x="117" y="370"/>
                  </a:moveTo>
                  <a:lnTo>
                    <a:pt x="117" y="370"/>
                  </a:lnTo>
                  <a:lnTo>
                    <a:pt x="93" y="368"/>
                  </a:lnTo>
                  <a:lnTo>
                    <a:pt x="70" y="363"/>
                  </a:lnTo>
                  <a:lnTo>
                    <a:pt x="50" y="354"/>
                  </a:lnTo>
                  <a:lnTo>
                    <a:pt x="41" y="349"/>
                  </a:lnTo>
                  <a:lnTo>
                    <a:pt x="34" y="341"/>
                  </a:lnTo>
                  <a:lnTo>
                    <a:pt x="25" y="334"/>
                  </a:lnTo>
                  <a:lnTo>
                    <a:pt x="20" y="327"/>
                  </a:lnTo>
                  <a:lnTo>
                    <a:pt x="13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2" y="286"/>
                  </a:lnTo>
                  <a:lnTo>
                    <a:pt x="0" y="275"/>
                  </a:lnTo>
                  <a:lnTo>
                    <a:pt x="0" y="261"/>
                  </a:lnTo>
                  <a:lnTo>
                    <a:pt x="0" y="261"/>
                  </a:lnTo>
                  <a:lnTo>
                    <a:pt x="0" y="246"/>
                  </a:lnTo>
                  <a:lnTo>
                    <a:pt x="4" y="232"/>
                  </a:lnTo>
                  <a:lnTo>
                    <a:pt x="9" y="219"/>
                  </a:lnTo>
                  <a:lnTo>
                    <a:pt x="14" y="208"/>
                  </a:lnTo>
                  <a:lnTo>
                    <a:pt x="22" y="199"/>
                  </a:lnTo>
                  <a:lnTo>
                    <a:pt x="29" y="192"/>
                  </a:lnTo>
                  <a:lnTo>
                    <a:pt x="45" y="180"/>
                  </a:lnTo>
                  <a:lnTo>
                    <a:pt x="45" y="180"/>
                  </a:lnTo>
                  <a:lnTo>
                    <a:pt x="31" y="167"/>
                  </a:lnTo>
                  <a:lnTo>
                    <a:pt x="23" y="160"/>
                  </a:lnTo>
                  <a:lnTo>
                    <a:pt x="18" y="151"/>
                  </a:lnTo>
                  <a:lnTo>
                    <a:pt x="13" y="142"/>
                  </a:lnTo>
                  <a:lnTo>
                    <a:pt x="7" y="129"/>
                  </a:lnTo>
                  <a:lnTo>
                    <a:pt x="5" y="117"/>
                  </a:lnTo>
                  <a:lnTo>
                    <a:pt x="4" y="104"/>
                  </a:lnTo>
                  <a:lnTo>
                    <a:pt x="4" y="104"/>
                  </a:lnTo>
                  <a:lnTo>
                    <a:pt x="5" y="92"/>
                  </a:lnTo>
                  <a:lnTo>
                    <a:pt x="5" y="81"/>
                  </a:lnTo>
                  <a:lnTo>
                    <a:pt x="9" y="70"/>
                  </a:lnTo>
                  <a:lnTo>
                    <a:pt x="13" y="59"/>
                  </a:lnTo>
                  <a:lnTo>
                    <a:pt x="18" y="50"/>
                  </a:lnTo>
                  <a:lnTo>
                    <a:pt x="23" y="41"/>
                  </a:lnTo>
                  <a:lnTo>
                    <a:pt x="31" y="34"/>
                  </a:lnTo>
                  <a:lnTo>
                    <a:pt x="38" y="27"/>
                  </a:lnTo>
                  <a:lnTo>
                    <a:pt x="54" y="16"/>
                  </a:lnTo>
                  <a:lnTo>
                    <a:pt x="74" y="7"/>
                  </a:lnTo>
                  <a:lnTo>
                    <a:pt x="93" y="2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38" y="2"/>
                  </a:lnTo>
                  <a:lnTo>
                    <a:pt x="160" y="7"/>
                  </a:lnTo>
                  <a:lnTo>
                    <a:pt x="178" y="16"/>
                  </a:lnTo>
                  <a:lnTo>
                    <a:pt x="194" y="27"/>
                  </a:lnTo>
                  <a:lnTo>
                    <a:pt x="208" y="41"/>
                  </a:lnTo>
                  <a:lnTo>
                    <a:pt x="214" y="50"/>
                  </a:lnTo>
                  <a:lnTo>
                    <a:pt x="219" y="59"/>
                  </a:lnTo>
                  <a:lnTo>
                    <a:pt x="223" y="70"/>
                  </a:lnTo>
                  <a:lnTo>
                    <a:pt x="225" y="81"/>
                  </a:lnTo>
                  <a:lnTo>
                    <a:pt x="226" y="92"/>
                  </a:lnTo>
                  <a:lnTo>
                    <a:pt x="228" y="104"/>
                  </a:lnTo>
                  <a:lnTo>
                    <a:pt x="228" y="104"/>
                  </a:lnTo>
                  <a:lnTo>
                    <a:pt x="226" y="117"/>
                  </a:lnTo>
                  <a:lnTo>
                    <a:pt x="225" y="129"/>
                  </a:lnTo>
                  <a:lnTo>
                    <a:pt x="219" y="142"/>
                  </a:lnTo>
                  <a:lnTo>
                    <a:pt x="214" y="151"/>
                  </a:lnTo>
                  <a:lnTo>
                    <a:pt x="208" y="160"/>
                  </a:lnTo>
                  <a:lnTo>
                    <a:pt x="201" y="167"/>
                  </a:lnTo>
                  <a:lnTo>
                    <a:pt x="187" y="180"/>
                  </a:lnTo>
                  <a:lnTo>
                    <a:pt x="187" y="180"/>
                  </a:lnTo>
                  <a:lnTo>
                    <a:pt x="203" y="192"/>
                  </a:lnTo>
                  <a:lnTo>
                    <a:pt x="210" y="199"/>
                  </a:lnTo>
                  <a:lnTo>
                    <a:pt x="217" y="208"/>
                  </a:lnTo>
                  <a:lnTo>
                    <a:pt x="223" y="219"/>
                  </a:lnTo>
                  <a:lnTo>
                    <a:pt x="228" y="232"/>
                  </a:lnTo>
                  <a:lnTo>
                    <a:pt x="232" y="246"/>
                  </a:lnTo>
                  <a:lnTo>
                    <a:pt x="234" y="261"/>
                  </a:lnTo>
                  <a:lnTo>
                    <a:pt x="234" y="261"/>
                  </a:lnTo>
                  <a:lnTo>
                    <a:pt x="232" y="275"/>
                  </a:lnTo>
                  <a:lnTo>
                    <a:pt x="230" y="286"/>
                  </a:lnTo>
                  <a:lnTo>
                    <a:pt x="228" y="298"/>
                  </a:lnTo>
                  <a:lnTo>
                    <a:pt x="225" y="307"/>
                  </a:lnTo>
                  <a:lnTo>
                    <a:pt x="219" y="318"/>
                  </a:lnTo>
                  <a:lnTo>
                    <a:pt x="214" y="327"/>
                  </a:lnTo>
                  <a:lnTo>
                    <a:pt x="207" y="334"/>
                  </a:lnTo>
                  <a:lnTo>
                    <a:pt x="199" y="341"/>
                  </a:lnTo>
                  <a:lnTo>
                    <a:pt x="190" y="349"/>
                  </a:lnTo>
                  <a:lnTo>
                    <a:pt x="182" y="354"/>
                  </a:lnTo>
                  <a:lnTo>
                    <a:pt x="162" y="363"/>
                  </a:lnTo>
                  <a:lnTo>
                    <a:pt x="140" y="368"/>
                  </a:lnTo>
                  <a:lnTo>
                    <a:pt x="117" y="370"/>
                  </a:lnTo>
                  <a:lnTo>
                    <a:pt x="117" y="370"/>
                  </a:lnTo>
                  <a:close/>
                  <a:moveTo>
                    <a:pt x="117" y="210"/>
                  </a:moveTo>
                  <a:lnTo>
                    <a:pt x="117" y="210"/>
                  </a:lnTo>
                  <a:lnTo>
                    <a:pt x="106" y="210"/>
                  </a:lnTo>
                  <a:lnTo>
                    <a:pt x="97" y="214"/>
                  </a:lnTo>
                  <a:lnTo>
                    <a:pt x="88" y="217"/>
                  </a:lnTo>
                  <a:lnTo>
                    <a:pt x="81" y="225"/>
                  </a:lnTo>
                  <a:lnTo>
                    <a:pt x="74" y="232"/>
                  </a:lnTo>
                  <a:lnTo>
                    <a:pt x="70" y="241"/>
                  </a:lnTo>
                  <a:lnTo>
                    <a:pt x="67" y="250"/>
                  </a:lnTo>
                  <a:lnTo>
                    <a:pt x="67" y="261"/>
                  </a:lnTo>
                  <a:lnTo>
                    <a:pt x="67" y="261"/>
                  </a:lnTo>
                  <a:lnTo>
                    <a:pt x="67" y="271"/>
                  </a:lnTo>
                  <a:lnTo>
                    <a:pt x="70" y="280"/>
                  </a:lnTo>
                  <a:lnTo>
                    <a:pt x="74" y="289"/>
                  </a:lnTo>
                  <a:lnTo>
                    <a:pt x="81" y="296"/>
                  </a:lnTo>
                  <a:lnTo>
                    <a:pt x="88" y="302"/>
                  </a:lnTo>
                  <a:lnTo>
                    <a:pt x="97" y="307"/>
                  </a:lnTo>
                  <a:lnTo>
                    <a:pt x="106" y="309"/>
                  </a:lnTo>
                  <a:lnTo>
                    <a:pt x="117" y="311"/>
                  </a:lnTo>
                  <a:lnTo>
                    <a:pt x="117" y="311"/>
                  </a:lnTo>
                  <a:lnTo>
                    <a:pt x="126" y="309"/>
                  </a:lnTo>
                  <a:lnTo>
                    <a:pt x="137" y="307"/>
                  </a:lnTo>
                  <a:lnTo>
                    <a:pt x="144" y="302"/>
                  </a:lnTo>
                  <a:lnTo>
                    <a:pt x="151" y="296"/>
                  </a:lnTo>
                  <a:lnTo>
                    <a:pt x="158" y="289"/>
                  </a:lnTo>
                  <a:lnTo>
                    <a:pt x="162" y="280"/>
                  </a:lnTo>
                  <a:lnTo>
                    <a:pt x="165" y="271"/>
                  </a:lnTo>
                  <a:lnTo>
                    <a:pt x="167" y="261"/>
                  </a:lnTo>
                  <a:lnTo>
                    <a:pt x="167" y="261"/>
                  </a:lnTo>
                  <a:lnTo>
                    <a:pt x="165" y="250"/>
                  </a:lnTo>
                  <a:lnTo>
                    <a:pt x="162" y="241"/>
                  </a:lnTo>
                  <a:lnTo>
                    <a:pt x="158" y="232"/>
                  </a:lnTo>
                  <a:lnTo>
                    <a:pt x="151" y="225"/>
                  </a:lnTo>
                  <a:lnTo>
                    <a:pt x="144" y="217"/>
                  </a:lnTo>
                  <a:lnTo>
                    <a:pt x="137" y="214"/>
                  </a:lnTo>
                  <a:lnTo>
                    <a:pt x="126" y="210"/>
                  </a:lnTo>
                  <a:lnTo>
                    <a:pt x="117" y="210"/>
                  </a:lnTo>
                  <a:lnTo>
                    <a:pt x="117" y="210"/>
                  </a:lnTo>
                  <a:close/>
                  <a:moveTo>
                    <a:pt x="117" y="59"/>
                  </a:moveTo>
                  <a:lnTo>
                    <a:pt x="117" y="59"/>
                  </a:lnTo>
                  <a:lnTo>
                    <a:pt x="106" y="61"/>
                  </a:lnTo>
                  <a:lnTo>
                    <a:pt x="99" y="63"/>
                  </a:lnTo>
                  <a:lnTo>
                    <a:pt x="90" y="66"/>
                  </a:lnTo>
                  <a:lnTo>
                    <a:pt x="83" y="72"/>
                  </a:lnTo>
                  <a:lnTo>
                    <a:pt x="77" y="79"/>
                  </a:lnTo>
                  <a:lnTo>
                    <a:pt x="74" y="88"/>
                  </a:lnTo>
                  <a:lnTo>
                    <a:pt x="72" y="95"/>
                  </a:lnTo>
                  <a:lnTo>
                    <a:pt x="70" y="106"/>
                  </a:lnTo>
                  <a:lnTo>
                    <a:pt x="70" y="106"/>
                  </a:lnTo>
                  <a:lnTo>
                    <a:pt x="72" y="115"/>
                  </a:lnTo>
                  <a:lnTo>
                    <a:pt x="74" y="124"/>
                  </a:lnTo>
                  <a:lnTo>
                    <a:pt x="77" y="131"/>
                  </a:lnTo>
                  <a:lnTo>
                    <a:pt x="83" y="138"/>
                  </a:lnTo>
                  <a:lnTo>
                    <a:pt x="90" y="144"/>
                  </a:lnTo>
                  <a:lnTo>
                    <a:pt x="99" y="147"/>
                  </a:lnTo>
                  <a:lnTo>
                    <a:pt x="106" y="151"/>
                  </a:lnTo>
                  <a:lnTo>
                    <a:pt x="117" y="151"/>
                  </a:lnTo>
                  <a:lnTo>
                    <a:pt x="117" y="151"/>
                  </a:lnTo>
                  <a:lnTo>
                    <a:pt x="126" y="151"/>
                  </a:lnTo>
                  <a:lnTo>
                    <a:pt x="135" y="147"/>
                  </a:lnTo>
                  <a:lnTo>
                    <a:pt x="142" y="144"/>
                  </a:lnTo>
                  <a:lnTo>
                    <a:pt x="149" y="138"/>
                  </a:lnTo>
                  <a:lnTo>
                    <a:pt x="155" y="131"/>
                  </a:lnTo>
                  <a:lnTo>
                    <a:pt x="158" y="124"/>
                  </a:lnTo>
                  <a:lnTo>
                    <a:pt x="160" y="115"/>
                  </a:lnTo>
                  <a:lnTo>
                    <a:pt x="162" y="106"/>
                  </a:lnTo>
                  <a:lnTo>
                    <a:pt x="162" y="106"/>
                  </a:lnTo>
                  <a:lnTo>
                    <a:pt x="160" y="95"/>
                  </a:lnTo>
                  <a:lnTo>
                    <a:pt x="158" y="88"/>
                  </a:lnTo>
                  <a:lnTo>
                    <a:pt x="155" y="79"/>
                  </a:lnTo>
                  <a:lnTo>
                    <a:pt x="149" y="72"/>
                  </a:lnTo>
                  <a:lnTo>
                    <a:pt x="142" y="66"/>
                  </a:lnTo>
                  <a:lnTo>
                    <a:pt x="135" y="63"/>
                  </a:lnTo>
                  <a:lnTo>
                    <a:pt x="126" y="61"/>
                  </a:lnTo>
                  <a:lnTo>
                    <a:pt x="117" y="59"/>
                  </a:lnTo>
                  <a:lnTo>
                    <a:pt x="117" y="59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1" name="Freeform 66"/>
            <p:cNvSpPr>
              <a:spLocks noEditPoints="1"/>
            </p:cNvSpPr>
            <p:nvPr/>
          </p:nvSpPr>
          <p:spPr bwMode="auto">
            <a:xfrm>
              <a:off x="2684463" y="3800475"/>
              <a:ext cx="176213" cy="293688"/>
            </a:xfrm>
            <a:custGeom>
              <a:avLst/>
              <a:gdLst>
                <a:gd name="T0" fmla="*/ 109 w 221"/>
                <a:gd name="T1" fmla="*/ 370 h 370"/>
                <a:gd name="T2" fmla="*/ 68 w 221"/>
                <a:gd name="T3" fmla="*/ 363 h 370"/>
                <a:gd name="T4" fmla="*/ 32 w 221"/>
                <a:gd name="T5" fmla="*/ 341 h 370"/>
                <a:gd name="T6" fmla="*/ 18 w 221"/>
                <a:gd name="T7" fmla="*/ 327 h 370"/>
                <a:gd name="T8" fmla="*/ 9 w 221"/>
                <a:gd name="T9" fmla="*/ 307 h 370"/>
                <a:gd name="T10" fmla="*/ 2 w 221"/>
                <a:gd name="T11" fmla="*/ 286 h 370"/>
                <a:gd name="T12" fmla="*/ 0 w 221"/>
                <a:gd name="T13" fmla="*/ 262 h 370"/>
                <a:gd name="T14" fmla="*/ 0 w 221"/>
                <a:gd name="T15" fmla="*/ 108 h 370"/>
                <a:gd name="T16" fmla="*/ 2 w 221"/>
                <a:gd name="T17" fmla="*/ 83 h 370"/>
                <a:gd name="T18" fmla="*/ 9 w 221"/>
                <a:gd name="T19" fmla="*/ 61 h 370"/>
                <a:gd name="T20" fmla="*/ 18 w 221"/>
                <a:gd name="T21" fmla="*/ 43 h 370"/>
                <a:gd name="T22" fmla="*/ 32 w 221"/>
                <a:gd name="T23" fmla="*/ 27 h 370"/>
                <a:gd name="T24" fmla="*/ 68 w 221"/>
                <a:gd name="T25" fmla="*/ 7 h 370"/>
                <a:gd name="T26" fmla="*/ 109 w 221"/>
                <a:gd name="T27" fmla="*/ 0 h 370"/>
                <a:gd name="T28" fmla="*/ 133 w 221"/>
                <a:gd name="T29" fmla="*/ 2 h 370"/>
                <a:gd name="T30" fmla="*/ 171 w 221"/>
                <a:gd name="T31" fmla="*/ 16 h 370"/>
                <a:gd name="T32" fmla="*/ 196 w 221"/>
                <a:gd name="T33" fmla="*/ 34 h 370"/>
                <a:gd name="T34" fmla="*/ 206 w 221"/>
                <a:gd name="T35" fmla="*/ 52 h 370"/>
                <a:gd name="T36" fmla="*/ 215 w 221"/>
                <a:gd name="T37" fmla="*/ 72 h 370"/>
                <a:gd name="T38" fmla="*/ 221 w 221"/>
                <a:gd name="T39" fmla="*/ 95 h 370"/>
                <a:gd name="T40" fmla="*/ 221 w 221"/>
                <a:gd name="T41" fmla="*/ 262 h 370"/>
                <a:gd name="T42" fmla="*/ 221 w 221"/>
                <a:gd name="T43" fmla="*/ 275 h 370"/>
                <a:gd name="T44" fmla="*/ 215 w 221"/>
                <a:gd name="T45" fmla="*/ 298 h 370"/>
                <a:gd name="T46" fmla="*/ 206 w 221"/>
                <a:gd name="T47" fmla="*/ 318 h 370"/>
                <a:gd name="T48" fmla="*/ 196 w 221"/>
                <a:gd name="T49" fmla="*/ 334 h 370"/>
                <a:gd name="T50" fmla="*/ 171 w 221"/>
                <a:gd name="T51" fmla="*/ 354 h 370"/>
                <a:gd name="T52" fmla="*/ 133 w 221"/>
                <a:gd name="T53" fmla="*/ 368 h 370"/>
                <a:gd name="T54" fmla="*/ 109 w 221"/>
                <a:gd name="T55" fmla="*/ 370 h 370"/>
                <a:gd name="T56" fmla="*/ 154 w 221"/>
                <a:gd name="T57" fmla="*/ 110 h 370"/>
                <a:gd name="T58" fmla="*/ 151 w 221"/>
                <a:gd name="T59" fmla="*/ 88 h 370"/>
                <a:gd name="T60" fmla="*/ 142 w 221"/>
                <a:gd name="T61" fmla="*/ 72 h 370"/>
                <a:gd name="T62" fmla="*/ 129 w 221"/>
                <a:gd name="T63" fmla="*/ 63 h 370"/>
                <a:gd name="T64" fmla="*/ 109 w 221"/>
                <a:gd name="T65" fmla="*/ 59 h 370"/>
                <a:gd name="T66" fmla="*/ 100 w 221"/>
                <a:gd name="T67" fmla="*/ 61 h 370"/>
                <a:gd name="T68" fmla="*/ 84 w 221"/>
                <a:gd name="T69" fmla="*/ 66 h 370"/>
                <a:gd name="T70" fmla="*/ 74 w 221"/>
                <a:gd name="T71" fmla="*/ 79 h 370"/>
                <a:gd name="T72" fmla="*/ 66 w 221"/>
                <a:gd name="T73" fmla="*/ 99 h 370"/>
                <a:gd name="T74" fmla="*/ 66 w 221"/>
                <a:gd name="T75" fmla="*/ 261 h 370"/>
                <a:gd name="T76" fmla="*/ 66 w 221"/>
                <a:gd name="T77" fmla="*/ 271 h 370"/>
                <a:gd name="T78" fmla="*/ 74 w 221"/>
                <a:gd name="T79" fmla="*/ 291 h 370"/>
                <a:gd name="T80" fmla="*/ 84 w 221"/>
                <a:gd name="T81" fmla="*/ 304 h 370"/>
                <a:gd name="T82" fmla="*/ 100 w 221"/>
                <a:gd name="T83" fmla="*/ 309 h 370"/>
                <a:gd name="T84" fmla="*/ 109 w 221"/>
                <a:gd name="T85" fmla="*/ 311 h 370"/>
                <a:gd name="T86" fmla="*/ 129 w 221"/>
                <a:gd name="T87" fmla="*/ 307 h 370"/>
                <a:gd name="T88" fmla="*/ 142 w 221"/>
                <a:gd name="T89" fmla="*/ 296 h 370"/>
                <a:gd name="T90" fmla="*/ 151 w 221"/>
                <a:gd name="T91" fmla="*/ 282 h 370"/>
                <a:gd name="T92" fmla="*/ 154 w 221"/>
                <a:gd name="T93" fmla="*/ 261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21" h="370">
                  <a:moveTo>
                    <a:pt x="109" y="370"/>
                  </a:moveTo>
                  <a:lnTo>
                    <a:pt x="109" y="370"/>
                  </a:lnTo>
                  <a:lnTo>
                    <a:pt x="88" y="368"/>
                  </a:lnTo>
                  <a:lnTo>
                    <a:pt x="68" y="363"/>
                  </a:lnTo>
                  <a:lnTo>
                    <a:pt x="48" y="354"/>
                  </a:lnTo>
                  <a:lnTo>
                    <a:pt x="32" y="341"/>
                  </a:lnTo>
                  <a:lnTo>
                    <a:pt x="25" y="334"/>
                  </a:lnTo>
                  <a:lnTo>
                    <a:pt x="18" y="327"/>
                  </a:lnTo>
                  <a:lnTo>
                    <a:pt x="12" y="318"/>
                  </a:lnTo>
                  <a:lnTo>
                    <a:pt x="9" y="307"/>
                  </a:lnTo>
                  <a:lnTo>
                    <a:pt x="3" y="298"/>
                  </a:lnTo>
                  <a:lnTo>
                    <a:pt x="2" y="286"/>
                  </a:lnTo>
                  <a:lnTo>
                    <a:pt x="0" y="275"/>
                  </a:lnTo>
                  <a:lnTo>
                    <a:pt x="0" y="262"/>
                  </a:lnTo>
                  <a:lnTo>
                    <a:pt x="0" y="108"/>
                  </a:lnTo>
                  <a:lnTo>
                    <a:pt x="0" y="108"/>
                  </a:lnTo>
                  <a:lnTo>
                    <a:pt x="0" y="95"/>
                  </a:lnTo>
                  <a:lnTo>
                    <a:pt x="2" y="83"/>
                  </a:lnTo>
                  <a:lnTo>
                    <a:pt x="3" y="72"/>
                  </a:lnTo>
                  <a:lnTo>
                    <a:pt x="9" y="61"/>
                  </a:lnTo>
                  <a:lnTo>
                    <a:pt x="12" y="52"/>
                  </a:lnTo>
                  <a:lnTo>
                    <a:pt x="18" y="43"/>
                  </a:lnTo>
                  <a:lnTo>
                    <a:pt x="25" y="34"/>
                  </a:lnTo>
                  <a:lnTo>
                    <a:pt x="32" y="27"/>
                  </a:lnTo>
                  <a:lnTo>
                    <a:pt x="48" y="16"/>
                  </a:lnTo>
                  <a:lnTo>
                    <a:pt x="68" y="7"/>
                  </a:lnTo>
                  <a:lnTo>
                    <a:pt x="88" y="2"/>
                  </a:lnTo>
                  <a:lnTo>
                    <a:pt x="109" y="0"/>
                  </a:lnTo>
                  <a:lnTo>
                    <a:pt x="109" y="0"/>
                  </a:lnTo>
                  <a:lnTo>
                    <a:pt x="133" y="2"/>
                  </a:lnTo>
                  <a:lnTo>
                    <a:pt x="153" y="7"/>
                  </a:lnTo>
                  <a:lnTo>
                    <a:pt x="171" y="16"/>
                  </a:lnTo>
                  <a:lnTo>
                    <a:pt x="189" y="27"/>
                  </a:lnTo>
                  <a:lnTo>
                    <a:pt x="196" y="34"/>
                  </a:lnTo>
                  <a:lnTo>
                    <a:pt x="201" y="43"/>
                  </a:lnTo>
                  <a:lnTo>
                    <a:pt x="206" y="52"/>
                  </a:lnTo>
                  <a:lnTo>
                    <a:pt x="212" y="61"/>
                  </a:lnTo>
                  <a:lnTo>
                    <a:pt x="215" y="72"/>
                  </a:lnTo>
                  <a:lnTo>
                    <a:pt x="219" y="83"/>
                  </a:lnTo>
                  <a:lnTo>
                    <a:pt x="221" y="95"/>
                  </a:lnTo>
                  <a:lnTo>
                    <a:pt x="221" y="108"/>
                  </a:lnTo>
                  <a:lnTo>
                    <a:pt x="221" y="262"/>
                  </a:lnTo>
                  <a:lnTo>
                    <a:pt x="221" y="262"/>
                  </a:lnTo>
                  <a:lnTo>
                    <a:pt x="221" y="275"/>
                  </a:lnTo>
                  <a:lnTo>
                    <a:pt x="219" y="286"/>
                  </a:lnTo>
                  <a:lnTo>
                    <a:pt x="215" y="298"/>
                  </a:lnTo>
                  <a:lnTo>
                    <a:pt x="212" y="307"/>
                  </a:lnTo>
                  <a:lnTo>
                    <a:pt x="206" y="318"/>
                  </a:lnTo>
                  <a:lnTo>
                    <a:pt x="201" y="327"/>
                  </a:lnTo>
                  <a:lnTo>
                    <a:pt x="196" y="334"/>
                  </a:lnTo>
                  <a:lnTo>
                    <a:pt x="189" y="341"/>
                  </a:lnTo>
                  <a:lnTo>
                    <a:pt x="171" y="354"/>
                  </a:lnTo>
                  <a:lnTo>
                    <a:pt x="153" y="363"/>
                  </a:lnTo>
                  <a:lnTo>
                    <a:pt x="133" y="368"/>
                  </a:lnTo>
                  <a:lnTo>
                    <a:pt x="109" y="370"/>
                  </a:lnTo>
                  <a:lnTo>
                    <a:pt x="109" y="370"/>
                  </a:lnTo>
                  <a:close/>
                  <a:moveTo>
                    <a:pt x="154" y="110"/>
                  </a:moveTo>
                  <a:lnTo>
                    <a:pt x="154" y="110"/>
                  </a:lnTo>
                  <a:lnTo>
                    <a:pt x="153" y="99"/>
                  </a:lnTo>
                  <a:lnTo>
                    <a:pt x="151" y="88"/>
                  </a:lnTo>
                  <a:lnTo>
                    <a:pt x="147" y="79"/>
                  </a:lnTo>
                  <a:lnTo>
                    <a:pt x="142" y="72"/>
                  </a:lnTo>
                  <a:lnTo>
                    <a:pt x="136" y="66"/>
                  </a:lnTo>
                  <a:lnTo>
                    <a:pt x="129" y="63"/>
                  </a:lnTo>
                  <a:lnTo>
                    <a:pt x="120" y="61"/>
                  </a:lnTo>
                  <a:lnTo>
                    <a:pt x="109" y="59"/>
                  </a:lnTo>
                  <a:lnTo>
                    <a:pt x="109" y="59"/>
                  </a:lnTo>
                  <a:lnTo>
                    <a:pt x="100" y="61"/>
                  </a:lnTo>
                  <a:lnTo>
                    <a:pt x="92" y="63"/>
                  </a:lnTo>
                  <a:lnTo>
                    <a:pt x="84" y="66"/>
                  </a:lnTo>
                  <a:lnTo>
                    <a:pt x="77" y="72"/>
                  </a:lnTo>
                  <a:lnTo>
                    <a:pt x="74" y="79"/>
                  </a:lnTo>
                  <a:lnTo>
                    <a:pt x="68" y="88"/>
                  </a:lnTo>
                  <a:lnTo>
                    <a:pt x="66" y="99"/>
                  </a:lnTo>
                  <a:lnTo>
                    <a:pt x="66" y="110"/>
                  </a:lnTo>
                  <a:lnTo>
                    <a:pt x="66" y="261"/>
                  </a:lnTo>
                  <a:lnTo>
                    <a:pt x="66" y="261"/>
                  </a:lnTo>
                  <a:lnTo>
                    <a:pt x="66" y="271"/>
                  </a:lnTo>
                  <a:lnTo>
                    <a:pt x="68" y="282"/>
                  </a:lnTo>
                  <a:lnTo>
                    <a:pt x="74" y="291"/>
                  </a:lnTo>
                  <a:lnTo>
                    <a:pt x="77" y="296"/>
                  </a:lnTo>
                  <a:lnTo>
                    <a:pt x="84" y="304"/>
                  </a:lnTo>
                  <a:lnTo>
                    <a:pt x="92" y="307"/>
                  </a:lnTo>
                  <a:lnTo>
                    <a:pt x="100" y="309"/>
                  </a:lnTo>
                  <a:lnTo>
                    <a:pt x="109" y="311"/>
                  </a:lnTo>
                  <a:lnTo>
                    <a:pt x="109" y="311"/>
                  </a:lnTo>
                  <a:lnTo>
                    <a:pt x="120" y="309"/>
                  </a:lnTo>
                  <a:lnTo>
                    <a:pt x="129" y="307"/>
                  </a:lnTo>
                  <a:lnTo>
                    <a:pt x="136" y="304"/>
                  </a:lnTo>
                  <a:lnTo>
                    <a:pt x="142" y="296"/>
                  </a:lnTo>
                  <a:lnTo>
                    <a:pt x="147" y="291"/>
                  </a:lnTo>
                  <a:lnTo>
                    <a:pt x="151" y="282"/>
                  </a:lnTo>
                  <a:lnTo>
                    <a:pt x="153" y="271"/>
                  </a:lnTo>
                  <a:lnTo>
                    <a:pt x="154" y="261"/>
                  </a:lnTo>
                  <a:lnTo>
                    <a:pt x="154" y="11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2" name="Freeform 67"/>
            <p:cNvSpPr>
              <a:spLocks noEditPoints="1"/>
            </p:cNvSpPr>
            <p:nvPr/>
          </p:nvSpPr>
          <p:spPr bwMode="auto">
            <a:xfrm>
              <a:off x="2905126" y="3800475"/>
              <a:ext cx="176213" cy="293688"/>
            </a:xfrm>
            <a:custGeom>
              <a:avLst/>
              <a:gdLst>
                <a:gd name="T0" fmla="*/ 111 w 222"/>
                <a:gd name="T1" fmla="*/ 370 h 370"/>
                <a:gd name="T2" fmla="*/ 70 w 222"/>
                <a:gd name="T3" fmla="*/ 363 h 370"/>
                <a:gd name="T4" fmla="*/ 34 w 222"/>
                <a:gd name="T5" fmla="*/ 341 h 370"/>
                <a:gd name="T6" fmla="*/ 19 w 222"/>
                <a:gd name="T7" fmla="*/ 327 h 370"/>
                <a:gd name="T8" fmla="*/ 9 w 222"/>
                <a:gd name="T9" fmla="*/ 307 h 370"/>
                <a:gd name="T10" fmla="*/ 3 w 222"/>
                <a:gd name="T11" fmla="*/ 286 h 370"/>
                <a:gd name="T12" fmla="*/ 0 w 222"/>
                <a:gd name="T13" fmla="*/ 262 h 370"/>
                <a:gd name="T14" fmla="*/ 0 w 222"/>
                <a:gd name="T15" fmla="*/ 108 h 370"/>
                <a:gd name="T16" fmla="*/ 3 w 222"/>
                <a:gd name="T17" fmla="*/ 83 h 370"/>
                <a:gd name="T18" fmla="*/ 9 w 222"/>
                <a:gd name="T19" fmla="*/ 61 h 370"/>
                <a:gd name="T20" fmla="*/ 19 w 222"/>
                <a:gd name="T21" fmla="*/ 43 h 370"/>
                <a:gd name="T22" fmla="*/ 34 w 222"/>
                <a:gd name="T23" fmla="*/ 27 h 370"/>
                <a:gd name="T24" fmla="*/ 70 w 222"/>
                <a:gd name="T25" fmla="*/ 7 h 370"/>
                <a:gd name="T26" fmla="*/ 111 w 222"/>
                <a:gd name="T27" fmla="*/ 0 h 370"/>
                <a:gd name="T28" fmla="*/ 132 w 222"/>
                <a:gd name="T29" fmla="*/ 2 h 370"/>
                <a:gd name="T30" fmla="*/ 172 w 222"/>
                <a:gd name="T31" fmla="*/ 16 h 370"/>
                <a:gd name="T32" fmla="*/ 195 w 222"/>
                <a:gd name="T33" fmla="*/ 34 h 370"/>
                <a:gd name="T34" fmla="*/ 208 w 222"/>
                <a:gd name="T35" fmla="*/ 52 h 370"/>
                <a:gd name="T36" fmla="*/ 217 w 222"/>
                <a:gd name="T37" fmla="*/ 72 h 370"/>
                <a:gd name="T38" fmla="*/ 221 w 222"/>
                <a:gd name="T39" fmla="*/ 95 h 370"/>
                <a:gd name="T40" fmla="*/ 222 w 222"/>
                <a:gd name="T41" fmla="*/ 262 h 370"/>
                <a:gd name="T42" fmla="*/ 221 w 222"/>
                <a:gd name="T43" fmla="*/ 275 h 370"/>
                <a:gd name="T44" fmla="*/ 217 w 222"/>
                <a:gd name="T45" fmla="*/ 298 h 370"/>
                <a:gd name="T46" fmla="*/ 208 w 222"/>
                <a:gd name="T47" fmla="*/ 318 h 370"/>
                <a:gd name="T48" fmla="*/ 195 w 222"/>
                <a:gd name="T49" fmla="*/ 334 h 370"/>
                <a:gd name="T50" fmla="*/ 172 w 222"/>
                <a:gd name="T51" fmla="*/ 354 h 370"/>
                <a:gd name="T52" fmla="*/ 132 w 222"/>
                <a:gd name="T53" fmla="*/ 368 h 370"/>
                <a:gd name="T54" fmla="*/ 111 w 222"/>
                <a:gd name="T55" fmla="*/ 370 h 370"/>
                <a:gd name="T56" fmla="*/ 156 w 222"/>
                <a:gd name="T57" fmla="*/ 110 h 370"/>
                <a:gd name="T58" fmla="*/ 152 w 222"/>
                <a:gd name="T59" fmla="*/ 88 h 370"/>
                <a:gd name="T60" fmla="*/ 143 w 222"/>
                <a:gd name="T61" fmla="*/ 72 h 370"/>
                <a:gd name="T62" fmla="*/ 129 w 222"/>
                <a:gd name="T63" fmla="*/ 63 h 370"/>
                <a:gd name="T64" fmla="*/ 111 w 222"/>
                <a:gd name="T65" fmla="*/ 59 h 370"/>
                <a:gd name="T66" fmla="*/ 102 w 222"/>
                <a:gd name="T67" fmla="*/ 61 h 370"/>
                <a:gd name="T68" fmla="*/ 86 w 222"/>
                <a:gd name="T69" fmla="*/ 66 h 370"/>
                <a:gd name="T70" fmla="*/ 73 w 222"/>
                <a:gd name="T71" fmla="*/ 79 h 370"/>
                <a:gd name="T72" fmla="*/ 68 w 222"/>
                <a:gd name="T73" fmla="*/ 99 h 370"/>
                <a:gd name="T74" fmla="*/ 66 w 222"/>
                <a:gd name="T75" fmla="*/ 261 h 370"/>
                <a:gd name="T76" fmla="*/ 68 w 222"/>
                <a:gd name="T77" fmla="*/ 271 h 370"/>
                <a:gd name="T78" fmla="*/ 73 w 222"/>
                <a:gd name="T79" fmla="*/ 291 h 370"/>
                <a:gd name="T80" fmla="*/ 86 w 222"/>
                <a:gd name="T81" fmla="*/ 304 h 370"/>
                <a:gd name="T82" fmla="*/ 102 w 222"/>
                <a:gd name="T83" fmla="*/ 309 h 370"/>
                <a:gd name="T84" fmla="*/ 111 w 222"/>
                <a:gd name="T85" fmla="*/ 311 h 370"/>
                <a:gd name="T86" fmla="*/ 129 w 222"/>
                <a:gd name="T87" fmla="*/ 307 h 370"/>
                <a:gd name="T88" fmla="*/ 143 w 222"/>
                <a:gd name="T89" fmla="*/ 296 h 370"/>
                <a:gd name="T90" fmla="*/ 152 w 222"/>
                <a:gd name="T91" fmla="*/ 282 h 370"/>
                <a:gd name="T92" fmla="*/ 156 w 222"/>
                <a:gd name="T93" fmla="*/ 261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22" h="370">
                  <a:moveTo>
                    <a:pt x="111" y="370"/>
                  </a:moveTo>
                  <a:lnTo>
                    <a:pt x="111" y="370"/>
                  </a:lnTo>
                  <a:lnTo>
                    <a:pt x="89" y="368"/>
                  </a:lnTo>
                  <a:lnTo>
                    <a:pt x="70" y="363"/>
                  </a:lnTo>
                  <a:lnTo>
                    <a:pt x="50" y="354"/>
                  </a:lnTo>
                  <a:lnTo>
                    <a:pt x="34" y="341"/>
                  </a:lnTo>
                  <a:lnTo>
                    <a:pt x="26" y="334"/>
                  </a:lnTo>
                  <a:lnTo>
                    <a:pt x="19" y="327"/>
                  </a:lnTo>
                  <a:lnTo>
                    <a:pt x="14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3" y="286"/>
                  </a:lnTo>
                  <a:lnTo>
                    <a:pt x="1" y="275"/>
                  </a:lnTo>
                  <a:lnTo>
                    <a:pt x="0" y="262"/>
                  </a:lnTo>
                  <a:lnTo>
                    <a:pt x="0" y="108"/>
                  </a:lnTo>
                  <a:lnTo>
                    <a:pt x="0" y="108"/>
                  </a:lnTo>
                  <a:lnTo>
                    <a:pt x="1" y="95"/>
                  </a:lnTo>
                  <a:lnTo>
                    <a:pt x="3" y="83"/>
                  </a:lnTo>
                  <a:lnTo>
                    <a:pt x="5" y="72"/>
                  </a:lnTo>
                  <a:lnTo>
                    <a:pt x="9" y="61"/>
                  </a:lnTo>
                  <a:lnTo>
                    <a:pt x="14" y="52"/>
                  </a:lnTo>
                  <a:lnTo>
                    <a:pt x="19" y="43"/>
                  </a:lnTo>
                  <a:lnTo>
                    <a:pt x="26" y="34"/>
                  </a:lnTo>
                  <a:lnTo>
                    <a:pt x="34" y="27"/>
                  </a:lnTo>
                  <a:lnTo>
                    <a:pt x="50" y="16"/>
                  </a:lnTo>
                  <a:lnTo>
                    <a:pt x="70" y="7"/>
                  </a:lnTo>
                  <a:lnTo>
                    <a:pt x="89" y="2"/>
                  </a:lnTo>
                  <a:lnTo>
                    <a:pt x="111" y="0"/>
                  </a:lnTo>
                  <a:lnTo>
                    <a:pt x="111" y="0"/>
                  </a:lnTo>
                  <a:lnTo>
                    <a:pt x="132" y="2"/>
                  </a:lnTo>
                  <a:lnTo>
                    <a:pt x="154" y="7"/>
                  </a:lnTo>
                  <a:lnTo>
                    <a:pt x="172" y="16"/>
                  </a:lnTo>
                  <a:lnTo>
                    <a:pt x="188" y="27"/>
                  </a:lnTo>
                  <a:lnTo>
                    <a:pt x="195" y="34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3" y="61"/>
                  </a:lnTo>
                  <a:lnTo>
                    <a:pt x="217" y="72"/>
                  </a:lnTo>
                  <a:lnTo>
                    <a:pt x="221" y="83"/>
                  </a:lnTo>
                  <a:lnTo>
                    <a:pt x="221" y="95"/>
                  </a:lnTo>
                  <a:lnTo>
                    <a:pt x="222" y="108"/>
                  </a:lnTo>
                  <a:lnTo>
                    <a:pt x="222" y="262"/>
                  </a:lnTo>
                  <a:lnTo>
                    <a:pt x="222" y="262"/>
                  </a:lnTo>
                  <a:lnTo>
                    <a:pt x="221" y="275"/>
                  </a:lnTo>
                  <a:lnTo>
                    <a:pt x="221" y="286"/>
                  </a:lnTo>
                  <a:lnTo>
                    <a:pt x="217" y="298"/>
                  </a:lnTo>
                  <a:lnTo>
                    <a:pt x="213" y="307"/>
                  </a:lnTo>
                  <a:lnTo>
                    <a:pt x="208" y="318"/>
                  </a:lnTo>
                  <a:lnTo>
                    <a:pt x="203" y="327"/>
                  </a:lnTo>
                  <a:lnTo>
                    <a:pt x="195" y="334"/>
                  </a:lnTo>
                  <a:lnTo>
                    <a:pt x="188" y="341"/>
                  </a:lnTo>
                  <a:lnTo>
                    <a:pt x="172" y="354"/>
                  </a:lnTo>
                  <a:lnTo>
                    <a:pt x="154" y="363"/>
                  </a:lnTo>
                  <a:lnTo>
                    <a:pt x="132" y="368"/>
                  </a:lnTo>
                  <a:lnTo>
                    <a:pt x="111" y="370"/>
                  </a:lnTo>
                  <a:lnTo>
                    <a:pt x="111" y="370"/>
                  </a:lnTo>
                  <a:close/>
                  <a:moveTo>
                    <a:pt x="156" y="110"/>
                  </a:moveTo>
                  <a:lnTo>
                    <a:pt x="156" y="110"/>
                  </a:lnTo>
                  <a:lnTo>
                    <a:pt x="154" y="99"/>
                  </a:lnTo>
                  <a:lnTo>
                    <a:pt x="152" y="88"/>
                  </a:lnTo>
                  <a:lnTo>
                    <a:pt x="149" y="79"/>
                  </a:lnTo>
                  <a:lnTo>
                    <a:pt x="143" y="72"/>
                  </a:lnTo>
                  <a:lnTo>
                    <a:pt x="138" y="66"/>
                  </a:lnTo>
                  <a:lnTo>
                    <a:pt x="129" y="63"/>
                  </a:lnTo>
                  <a:lnTo>
                    <a:pt x="122" y="61"/>
                  </a:lnTo>
                  <a:lnTo>
                    <a:pt x="111" y="59"/>
                  </a:lnTo>
                  <a:lnTo>
                    <a:pt x="111" y="59"/>
                  </a:lnTo>
                  <a:lnTo>
                    <a:pt x="102" y="61"/>
                  </a:lnTo>
                  <a:lnTo>
                    <a:pt x="93" y="63"/>
                  </a:lnTo>
                  <a:lnTo>
                    <a:pt x="86" y="66"/>
                  </a:lnTo>
                  <a:lnTo>
                    <a:pt x="79" y="72"/>
                  </a:lnTo>
                  <a:lnTo>
                    <a:pt x="73" y="79"/>
                  </a:lnTo>
                  <a:lnTo>
                    <a:pt x="70" y="88"/>
                  </a:lnTo>
                  <a:lnTo>
                    <a:pt x="68" y="99"/>
                  </a:lnTo>
                  <a:lnTo>
                    <a:pt x="66" y="110"/>
                  </a:lnTo>
                  <a:lnTo>
                    <a:pt x="66" y="261"/>
                  </a:lnTo>
                  <a:lnTo>
                    <a:pt x="66" y="261"/>
                  </a:lnTo>
                  <a:lnTo>
                    <a:pt x="68" y="271"/>
                  </a:lnTo>
                  <a:lnTo>
                    <a:pt x="70" y="282"/>
                  </a:lnTo>
                  <a:lnTo>
                    <a:pt x="73" y="291"/>
                  </a:lnTo>
                  <a:lnTo>
                    <a:pt x="79" y="296"/>
                  </a:lnTo>
                  <a:lnTo>
                    <a:pt x="86" y="304"/>
                  </a:lnTo>
                  <a:lnTo>
                    <a:pt x="93" y="307"/>
                  </a:lnTo>
                  <a:lnTo>
                    <a:pt x="102" y="309"/>
                  </a:lnTo>
                  <a:lnTo>
                    <a:pt x="111" y="311"/>
                  </a:lnTo>
                  <a:lnTo>
                    <a:pt x="111" y="311"/>
                  </a:lnTo>
                  <a:lnTo>
                    <a:pt x="122" y="309"/>
                  </a:lnTo>
                  <a:lnTo>
                    <a:pt x="129" y="307"/>
                  </a:lnTo>
                  <a:lnTo>
                    <a:pt x="138" y="304"/>
                  </a:lnTo>
                  <a:lnTo>
                    <a:pt x="143" y="296"/>
                  </a:lnTo>
                  <a:lnTo>
                    <a:pt x="149" y="291"/>
                  </a:lnTo>
                  <a:lnTo>
                    <a:pt x="152" y="282"/>
                  </a:lnTo>
                  <a:lnTo>
                    <a:pt x="154" y="271"/>
                  </a:lnTo>
                  <a:lnTo>
                    <a:pt x="156" y="261"/>
                  </a:lnTo>
                  <a:lnTo>
                    <a:pt x="156" y="11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3" name="Freeform 68"/>
            <p:cNvSpPr>
              <a:spLocks noEditPoints="1"/>
            </p:cNvSpPr>
            <p:nvPr/>
          </p:nvSpPr>
          <p:spPr bwMode="auto">
            <a:xfrm>
              <a:off x="3219451" y="3800475"/>
              <a:ext cx="177800" cy="293688"/>
            </a:xfrm>
            <a:custGeom>
              <a:avLst/>
              <a:gdLst>
                <a:gd name="T0" fmla="*/ 111 w 222"/>
                <a:gd name="T1" fmla="*/ 370 h 370"/>
                <a:gd name="T2" fmla="*/ 70 w 222"/>
                <a:gd name="T3" fmla="*/ 363 h 370"/>
                <a:gd name="T4" fmla="*/ 34 w 222"/>
                <a:gd name="T5" fmla="*/ 341 h 370"/>
                <a:gd name="T6" fmla="*/ 19 w 222"/>
                <a:gd name="T7" fmla="*/ 327 h 370"/>
                <a:gd name="T8" fmla="*/ 9 w 222"/>
                <a:gd name="T9" fmla="*/ 307 h 370"/>
                <a:gd name="T10" fmla="*/ 3 w 222"/>
                <a:gd name="T11" fmla="*/ 286 h 370"/>
                <a:gd name="T12" fmla="*/ 0 w 222"/>
                <a:gd name="T13" fmla="*/ 262 h 370"/>
                <a:gd name="T14" fmla="*/ 0 w 222"/>
                <a:gd name="T15" fmla="*/ 108 h 370"/>
                <a:gd name="T16" fmla="*/ 3 w 222"/>
                <a:gd name="T17" fmla="*/ 83 h 370"/>
                <a:gd name="T18" fmla="*/ 9 w 222"/>
                <a:gd name="T19" fmla="*/ 61 h 370"/>
                <a:gd name="T20" fmla="*/ 19 w 222"/>
                <a:gd name="T21" fmla="*/ 43 h 370"/>
                <a:gd name="T22" fmla="*/ 34 w 222"/>
                <a:gd name="T23" fmla="*/ 27 h 370"/>
                <a:gd name="T24" fmla="*/ 70 w 222"/>
                <a:gd name="T25" fmla="*/ 7 h 370"/>
                <a:gd name="T26" fmla="*/ 111 w 222"/>
                <a:gd name="T27" fmla="*/ 0 h 370"/>
                <a:gd name="T28" fmla="*/ 133 w 222"/>
                <a:gd name="T29" fmla="*/ 2 h 370"/>
                <a:gd name="T30" fmla="*/ 172 w 222"/>
                <a:gd name="T31" fmla="*/ 16 h 370"/>
                <a:gd name="T32" fmla="*/ 195 w 222"/>
                <a:gd name="T33" fmla="*/ 34 h 370"/>
                <a:gd name="T34" fmla="*/ 208 w 222"/>
                <a:gd name="T35" fmla="*/ 52 h 370"/>
                <a:gd name="T36" fmla="*/ 217 w 222"/>
                <a:gd name="T37" fmla="*/ 72 h 370"/>
                <a:gd name="T38" fmla="*/ 221 w 222"/>
                <a:gd name="T39" fmla="*/ 95 h 370"/>
                <a:gd name="T40" fmla="*/ 222 w 222"/>
                <a:gd name="T41" fmla="*/ 262 h 370"/>
                <a:gd name="T42" fmla="*/ 221 w 222"/>
                <a:gd name="T43" fmla="*/ 275 h 370"/>
                <a:gd name="T44" fmla="*/ 217 w 222"/>
                <a:gd name="T45" fmla="*/ 298 h 370"/>
                <a:gd name="T46" fmla="*/ 208 w 222"/>
                <a:gd name="T47" fmla="*/ 318 h 370"/>
                <a:gd name="T48" fmla="*/ 195 w 222"/>
                <a:gd name="T49" fmla="*/ 334 h 370"/>
                <a:gd name="T50" fmla="*/ 172 w 222"/>
                <a:gd name="T51" fmla="*/ 354 h 370"/>
                <a:gd name="T52" fmla="*/ 133 w 222"/>
                <a:gd name="T53" fmla="*/ 368 h 370"/>
                <a:gd name="T54" fmla="*/ 111 w 222"/>
                <a:gd name="T55" fmla="*/ 370 h 370"/>
                <a:gd name="T56" fmla="*/ 156 w 222"/>
                <a:gd name="T57" fmla="*/ 110 h 370"/>
                <a:gd name="T58" fmla="*/ 152 w 222"/>
                <a:gd name="T59" fmla="*/ 88 h 370"/>
                <a:gd name="T60" fmla="*/ 143 w 222"/>
                <a:gd name="T61" fmla="*/ 72 h 370"/>
                <a:gd name="T62" fmla="*/ 129 w 222"/>
                <a:gd name="T63" fmla="*/ 63 h 370"/>
                <a:gd name="T64" fmla="*/ 111 w 222"/>
                <a:gd name="T65" fmla="*/ 59 h 370"/>
                <a:gd name="T66" fmla="*/ 102 w 222"/>
                <a:gd name="T67" fmla="*/ 61 h 370"/>
                <a:gd name="T68" fmla="*/ 86 w 222"/>
                <a:gd name="T69" fmla="*/ 66 h 370"/>
                <a:gd name="T70" fmla="*/ 73 w 222"/>
                <a:gd name="T71" fmla="*/ 79 h 370"/>
                <a:gd name="T72" fmla="*/ 68 w 222"/>
                <a:gd name="T73" fmla="*/ 99 h 370"/>
                <a:gd name="T74" fmla="*/ 66 w 222"/>
                <a:gd name="T75" fmla="*/ 261 h 370"/>
                <a:gd name="T76" fmla="*/ 68 w 222"/>
                <a:gd name="T77" fmla="*/ 271 h 370"/>
                <a:gd name="T78" fmla="*/ 73 w 222"/>
                <a:gd name="T79" fmla="*/ 291 h 370"/>
                <a:gd name="T80" fmla="*/ 86 w 222"/>
                <a:gd name="T81" fmla="*/ 304 h 370"/>
                <a:gd name="T82" fmla="*/ 102 w 222"/>
                <a:gd name="T83" fmla="*/ 309 h 370"/>
                <a:gd name="T84" fmla="*/ 111 w 222"/>
                <a:gd name="T85" fmla="*/ 311 h 370"/>
                <a:gd name="T86" fmla="*/ 129 w 222"/>
                <a:gd name="T87" fmla="*/ 307 h 370"/>
                <a:gd name="T88" fmla="*/ 143 w 222"/>
                <a:gd name="T89" fmla="*/ 296 h 370"/>
                <a:gd name="T90" fmla="*/ 152 w 222"/>
                <a:gd name="T91" fmla="*/ 282 h 370"/>
                <a:gd name="T92" fmla="*/ 156 w 222"/>
                <a:gd name="T93" fmla="*/ 261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</a:cxnLst>
              <a:rect l="0" t="0" r="r" b="b"/>
              <a:pathLst>
                <a:path w="222" h="370">
                  <a:moveTo>
                    <a:pt x="111" y="370"/>
                  </a:moveTo>
                  <a:lnTo>
                    <a:pt x="111" y="370"/>
                  </a:lnTo>
                  <a:lnTo>
                    <a:pt x="89" y="368"/>
                  </a:lnTo>
                  <a:lnTo>
                    <a:pt x="70" y="363"/>
                  </a:lnTo>
                  <a:lnTo>
                    <a:pt x="50" y="354"/>
                  </a:lnTo>
                  <a:lnTo>
                    <a:pt x="34" y="341"/>
                  </a:lnTo>
                  <a:lnTo>
                    <a:pt x="27" y="334"/>
                  </a:lnTo>
                  <a:lnTo>
                    <a:pt x="19" y="327"/>
                  </a:lnTo>
                  <a:lnTo>
                    <a:pt x="14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3" y="286"/>
                  </a:lnTo>
                  <a:lnTo>
                    <a:pt x="1" y="275"/>
                  </a:lnTo>
                  <a:lnTo>
                    <a:pt x="0" y="262"/>
                  </a:lnTo>
                  <a:lnTo>
                    <a:pt x="0" y="108"/>
                  </a:lnTo>
                  <a:lnTo>
                    <a:pt x="0" y="108"/>
                  </a:lnTo>
                  <a:lnTo>
                    <a:pt x="1" y="95"/>
                  </a:lnTo>
                  <a:lnTo>
                    <a:pt x="3" y="83"/>
                  </a:lnTo>
                  <a:lnTo>
                    <a:pt x="5" y="72"/>
                  </a:lnTo>
                  <a:lnTo>
                    <a:pt x="9" y="61"/>
                  </a:lnTo>
                  <a:lnTo>
                    <a:pt x="14" y="52"/>
                  </a:lnTo>
                  <a:lnTo>
                    <a:pt x="19" y="43"/>
                  </a:lnTo>
                  <a:lnTo>
                    <a:pt x="27" y="34"/>
                  </a:lnTo>
                  <a:lnTo>
                    <a:pt x="34" y="27"/>
                  </a:lnTo>
                  <a:lnTo>
                    <a:pt x="50" y="16"/>
                  </a:lnTo>
                  <a:lnTo>
                    <a:pt x="70" y="7"/>
                  </a:lnTo>
                  <a:lnTo>
                    <a:pt x="89" y="2"/>
                  </a:lnTo>
                  <a:lnTo>
                    <a:pt x="111" y="0"/>
                  </a:lnTo>
                  <a:lnTo>
                    <a:pt x="111" y="0"/>
                  </a:lnTo>
                  <a:lnTo>
                    <a:pt x="133" y="2"/>
                  </a:lnTo>
                  <a:lnTo>
                    <a:pt x="154" y="7"/>
                  </a:lnTo>
                  <a:lnTo>
                    <a:pt x="172" y="16"/>
                  </a:lnTo>
                  <a:lnTo>
                    <a:pt x="188" y="27"/>
                  </a:lnTo>
                  <a:lnTo>
                    <a:pt x="195" y="34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3" y="61"/>
                  </a:lnTo>
                  <a:lnTo>
                    <a:pt x="217" y="72"/>
                  </a:lnTo>
                  <a:lnTo>
                    <a:pt x="219" y="83"/>
                  </a:lnTo>
                  <a:lnTo>
                    <a:pt x="221" y="95"/>
                  </a:lnTo>
                  <a:lnTo>
                    <a:pt x="222" y="108"/>
                  </a:lnTo>
                  <a:lnTo>
                    <a:pt x="222" y="262"/>
                  </a:lnTo>
                  <a:lnTo>
                    <a:pt x="222" y="262"/>
                  </a:lnTo>
                  <a:lnTo>
                    <a:pt x="221" y="275"/>
                  </a:lnTo>
                  <a:lnTo>
                    <a:pt x="219" y="286"/>
                  </a:lnTo>
                  <a:lnTo>
                    <a:pt x="217" y="298"/>
                  </a:lnTo>
                  <a:lnTo>
                    <a:pt x="213" y="307"/>
                  </a:lnTo>
                  <a:lnTo>
                    <a:pt x="208" y="318"/>
                  </a:lnTo>
                  <a:lnTo>
                    <a:pt x="203" y="327"/>
                  </a:lnTo>
                  <a:lnTo>
                    <a:pt x="195" y="334"/>
                  </a:lnTo>
                  <a:lnTo>
                    <a:pt x="188" y="341"/>
                  </a:lnTo>
                  <a:lnTo>
                    <a:pt x="172" y="354"/>
                  </a:lnTo>
                  <a:lnTo>
                    <a:pt x="154" y="363"/>
                  </a:lnTo>
                  <a:lnTo>
                    <a:pt x="133" y="368"/>
                  </a:lnTo>
                  <a:lnTo>
                    <a:pt x="111" y="370"/>
                  </a:lnTo>
                  <a:lnTo>
                    <a:pt x="111" y="370"/>
                  </a:lnTo>
                  <a:close/>
                  <a:moveTo>
                    <a:pt x="156" y="110"/>
                  </a:moveTo>
                  <a:lnTo>
                    <a:pt x="156" y="110"/>
                  </a:lnTo>
                  <a:lnTo>
                    <a:pt x="154" y="99"/>
                  </a:lnTo>
                  <a:lnTo>
                    <a:pt x="152" y="88"/>
                  </a:lnTo>
                  <a:lnTo>
                    <a:pt x="149" y="79"/>
                  </a:lnTo>
                  <a:lnTo>
                    <a:pt x="143" y="72"/>
                  </a:lnTo>
                  <a:lnTo>
                    <a:pt x="136" y="66"/>
                  </a:lnTo>
                  <a:lnTo>
                    <a:pt x="129" y="63"/>
                  </a:lnTo>
                  <a:lnTo>
                    <a:pt x="122" y="61"/>
                  </a:lnTo>
                  <a:lnTo>
                    <a:pt x="111" y="59"/>
                  </a:lnTo>
                  <a:lnTo>
                    <a:pt x="111" y="59"/>
                  </a:lnTo>
                  <a:lnTo>
                    <a:pt x="102" y="61"/>
                  </a:lnTo>
                  <a:lnTo>
                    <a:pt x="93" y="63"/>
                  </a:lnTo>
                  <a:lnTo>
                    <a:pt x="86" y="66"/>
                  </a:lnTo>
                  <a:lnTo>
                    <a:pt x="79" y="72"/>
                  </a:lnTo>
                  <a:lnTo>
                    <a:pt x="73" y="79"/>
                  </a:lnTo>
                  <a:lnTo>
                    <a:pt x="70" y="88"/>
                  </a:lnTo>
                  <a:lnTo>
                    <a:pt x="68" y="99"/>
                  </a:lnTo>
                  <a:lnTo>
                    <a:pt x="66" y="110"/>
                  </a:lnTo>
                  <a:lnTo>
                    <a:pt x="66" y="261"/>
                  </a:lnTo>
                  <a:lnTo>
                    <a:pt x="66" y="261"/>
                  </a:lnTo>
                  <a:lnTo>
                    <a:pt x="68" y="271"/>
                  </a:lnTo>
                  <a:lnTo>
                    <a:pt x="70" y="282"/>
                  </a:lnTo>
                  <a:lnTo>
                    <a:pt x="73" y="291"/>
                  </a:lnTo>
                  <a:lnTo>
                    <a:pt x="79" y="296"/>
                  </a:lnTo>
                  <a:lnTo>
                    <a:pt x="86" y="304"/>
                  </a:lnTo>
                  <a:lnTo>
                    <a:pt x="93" y="307"/>
                  </a:lnTo>
                  <a:lnTo>
                    <a:pt x="102" y="309"/>
                  </a:lnTo>
                  <a:lnTo>
                    <a:pt x="111" y="311"/>
                  </a:lnTo>
                  <a:lnTo>
                    <a:pt x="111" y="311"/>
                  </a:lnTo>
                  <a:lnTo>
                    <a:pt x="122" y="309"/>
                  </a:lnTo>
                  <a:lnTo>
                    <a:pt x="129" y="307"/>
                  </a:lnTo>
                  <a:lnTo>
                    <a:pt x="136" y="304"/>
                  </a:lnTo>
                  <a:lnTo>
                    <a:pt x="143" y="296"/>
                  </a:lnTo>
                  <a:lnTo>
                    <a:pt x="149" y="291"/>
                  </a:lnTo>
                  <a:lnTo>
                    <a:pt x="152" y="282"/>
                  </a:lnTo>
                  <a:lnTo>
                    <a:pt x="154" y="271"/>
                  </a:lnTo>
                  <a:lnTo>
                    <a:pt x="156" y="261"/>
                  </a:lnTo>
                  <a:lnTo>
                    <a:pt x="156" y="11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4" name="Freeform 69"/>
            <p:cNvSpPr>
              <a:spLocks/>
            </p:cNvSpPr>
            <p:nvPr/>
          </p:nvSpPr>
          <p:spPr bwMode="auto">
            <a:xfrm>
              <a:off x="3430588" y="3802063"/>
              <a:ext cx="195263" cy="288925"/>
            </a:xfrm>
            <a:custGeom>
              <a:avLst/>
              <a:gdLst>
                <a:gd name="T0" fmla="*/ 214 w 247"/>
                <a:gd name="T1" fmla="*/ 314 h 365"/>
                <a:gd name="T2" fmla="*/ 214 w 247"/>
                <a:gd name="T3" fmla="*/ 365 h 365"/>
                <a:gd name="T4" fmla="*/ 150 w 247"/>
                <a:gd name="T5" fmla="*/ 365 h 365"/>
                <a:gd name="T6" fmla="*/ 150 w 247"/>
                <a:gd name="T7" fmla="*/ 314 h 365"/>
                <a:gd name="T8" fmla="*/ 0 w 247"/>
                <a:gd name="T9" fmla="*/ 314 h 365"/>
                <a:gd name="T10" fmla="*/ 0 w 247"/>
                <a:gd name="T11" fmla="*/ 251 h 365"/>
                <a:gd name="T12" fmla="*/ 126 w 247"/>
                <a:gd name="T13" fmla="*/ 0 h 365"/>
                <a:gd name="T14" fmla="*/ 198 w 247"/>
                <a:gd name="T15" fmla="*/ 0 h 365"/>
                <a:gd name="T16" fmla="*/ 74 w 247"/>
                <a:gd name="T17" fmla="*/ 251 h 365"/>
                <a:gd name="T18" fmla="*/ 150 w 247"/>
                <a:gd name="T19" fmla="*/ 251 h 365"/>
                <a:gd name="T20" fmla="*/ 150 w 247"/>
                <a:gd name="T21" fmla="*/ 183 h 365"/>
                <a:gd name="T22" fmla="*/ 214 w 247"/>
                <a:gd name="T23" fmla="*/ 183 h 365"/>
                <a:gd name="T24" fmla="*/ 214 w 247"/>
                <a:gd name="T25" fmla="*/ 251 h 365"/>
                <a:gd name="T26" fmla="*/ 247 w 247"/>
                <a:gd name="T27" fmla="*/ 251 h 365"/>
                <a:gd name="T28" fmla="*/ 247 w 247"/>
                <a:gd name="T29" fmla="*/ 314 h 365"/>
                <a:gd name="T30" fmla="*/ 214 w 247"/>
                <a:gd name="T31" fmla="*/ 314 h 3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47" h="365">
                  <a:moveTo>
                    <a:pt x="214" y="314"/>
                  </a:moveTo>
                  <a:lnTo>
                    <a:pt x="214" y="365"/>
                  </a:lnTo>
                  <a:lnTo>
                    <a:pt x="150" y="365"/>
                  </a:lnTo>
                  <a:lnTo>
                    <a:pt x="150" y="314"/>
                  </a:lnTo>
                  <a:lnTo>
                    <a:pt x="0" y="314"/>
                  </a:lnTo>
                  <a:lnTo>
                    <a:pt x="0" y="251"/>
                  </a:lnTo>
                  <a:lnTo>
                    <a:pt x="126" y="0"/>
                  </a:lnTo>
                  <a:lnTo>
                    <a:pt x="198" y="0"/>
                  </a:lnTo>
                  <a:lnTo>
                    <a:pt x="74" y="251"/>
                  </a:lnTo>
                  <a:lnTo>
                    <a:pt x="150" y="251"/>
                  </a:lnTo>
                  <a:lnTo>
                    <a:pt x="150" y="183"/>
                  </a:lnTo>
                  <a:lnTo>
                    <a:pt x="214" y="183"/>
                  </a:lnTo>
                  <a:lnTo>
                    <a:pt x="214" y="251"/>
                  </a:lnTo>
                  <a:lnTo>
                    <a:pt x="247" y="251"/>
                  </a:lnTo>
                  <a:lnTo>
                    <a:pt x="247" y="314"/>
                  </a:lnTo>
                  <a:lnTo>
                    <a:pt x="214" y="314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5" name="Freeform 70"/>
            <p:cNvSpPr>
              <a:spLocks noEditPoints="1"/>
            </p:cNvSpPr>
            <p:nvPr/>
          </p:nvSpPr>
          <p:spPr bwMode="auto">
            <a:xfrm>
              <a:off x="3657601" y="3800475"/>
              <a:ext cx="185738" cy="293688"/>
            </a:xfrm>
            <a:custGeom>
              <a:avLst/>
              <a:gdLst>
                <a:gd name="T0" fmla="*/ 93 w 234"/>
                <a:gd name="T1" fmla="*/ 368 h 370"/>
                <a:gd name="T2" fmla="*/ 41 w 234"/>
                <a:gd name="T3" fmla="*/ 349 h 370"/>
                <a:gd name="T4" fmla="*/ 20 w 234"/>
                <a:gd name="T5" fmla="*/ 327 h 370"/>
                <a:gd name="T6" fmla="*/ 5 w 234"/>
                <a:gd name="T7" fmla="*/ 298 h 370"/>
                <a:gd name="T8" fmla="*/ 0 w 234"/>
                <a:gd name="T9" fmla="*/ 261 h 370"/>
                <a:gd name="T10" fmla="*/ 4 w 234"/>
                <a:gd name="T11" fmla="*/ 232 h 370"/>
                <a:gd name="T12" fmla="*/ 22 w 234"/>
                <a:gd name="T13" fmla="*/ 199 h 370"/>
                <a:gd name="T14" fmla="*/ 45 w 234"/>
                <a:gd name="T15" fmla="*/ 180 h 370"/>
                <a:gd name="T16" fmla="*/ 18 w 234"/>
                <a:gd name="T17" fmla="*/ 151 h 370"/>
                <a:gd name="T18" fmla="*/ 5 w 234"/>
                <a:gd name="T19" fmla="*/ 117 h 370"/>
                <a:gd name="T20" fmla="*/ 5 w 234"/>
                <a:gd name="T21" fmla="*/ 92 h 370"/>
                <a:gd name="T22" fmla="*/ 13 w 234"/>
                <a:gd name="T23" fmla="*/ 59 h 370"/>
                <a:gd name="T24" fmla="*/ 31 w 234"/>
                <a:gd name="T25" fmla="*/ 34 h 370"/>
                <a:gd name="T26" fmla="*/ 74 w 234"/>
                <a:gd name="T27" fmla="*/ 7 h 370"/>
                <a:gd name="T28" fmla="*/ 117 w 234"/>
                <a:gd name="T29" fmla="*/ 0 h 370"/>
                <a:gd name="T30" fmla="*/ 178 w 234"/>
                <a:gd name="T31" fmla="*/ 16 h 370"/>
                <a:gd name="T32" fmla="*/ 214 w 234"/>
                <a:gd name="T33" fmla="*/ 50 h 370"/>
                <a:gd name="T34" fmla="*/ 226 w 234"/>
                <a:gd name="T35" fmla="*/ 81 h 370"/>
                <a:gd name="T36" fmla="*/ 228 w 234"/>
                <a:gd name="T37" fmla="*/ 104 h 370"/>
                <a:gd name="T38" fmla="*/ 219 w 234"/>
                <a:gd name="T39" fmla="*/ 142 h 370"/>
                <a:gd name="T40" fmla="*/ 201 w 234"/>
                <a:gd name="T41" fmla="*/ 167 h 370"/>
                <a:gd name="T42" fmla="*/ 203 w 234"/>
                <a:gd name="T43" fmla="*/ 192 h 370"/>
                <a:gd name="T44" fmla="*/ 225 w 234"/>
                <a:gd name="T45" fmla="*/ 219 h 370"/>
                <a:gd name="T46" fmla="*/ 234 w 234"/>
                <a:gd name="T47" fmla="*/ 261 h 370"/>
                <a:gd name="T48" fmla="*/ 232 w 234"/>
                <a:gd name="T49" fmla="*/ 286 h 370"/>
                <a:gd name="T50" fmla="*/ 219 w 234"/>
                <a:gd name="T51" fmla="*/ 318 h 370"/>
                <a:gd name="T52" fmla="*/ 199 w 234"/>
                <a:gd name="T53" fmla="*/ 341 h 370"/>
                <a:gd name="T54" fmla="*/ 162 w 234"/>
                <a:gd name="T55" fmla="*/ 363 h 370"/>
                <a:gd name="T56" fmla="*/ 117 w 234"/>
                <a:gd name="T57" fmla="*/ 370 h 370"/>
                <a:gd name="T58" fmla="*/ 106 w 234"/>
                <a:gd name="T59" fmla="*/ 210 h 370"/>
                <a:gd name="T60" fmla="*/ 81 w 234"/>
                <a:gd name="T61" fmla="*/ 225 h 370"/>
                <a:gd name="T62" fmla="*/ 67 w 234"/>
                <a:gd name="T63" fmla="*/ 250 h 370"/>
                <a:gd name="T64" fmla="*/ 67 w 234"/>
                <a:gd name="T65" fmla="*/ 271 h 370"/>
                <a:gd name="T66" fmla="*/ 81 w 234"/>
                <a:gd name="T67" fmla="*/ 296 h 370"/>
                <a:gd name="T68" fmla="*/ 106 w 234"/>
                <a:gd name="T69" fmla="*/ 309 h 370"/>
                <a:gd name="T70" fmla="*/ 128 w 234"/>
                <a:gd name="T71" fmla="*/ 309 h 370"/>
                <a:gd name="T72" fmla="*/ 153 w 234"/>
                <a:gd name="T73" fmla="*/ 296 h 370"/>
                <a:gd name="T74" fmla="*/ 165 w 234"/>
                <a:gd name="T75" fmla="*/ 271 h 370"/>
                <a:gd name="T76" fmla="*/ 165 w 234"/>
                <a:gd name="T77" fmla="*/ 250 h 370"/>
                <a:gd name="T78" fmla="*/ 153 w 234"/>
                <a:gd name="T79" fmla="*/ 225 h 370"/>
                <a:gd name="T80" fmla="*/ 128 w 234"/>
                <a:gd name="T81" fmla="*/ 210 h 370"/>
                <a:gd name="T82" fmla="*/ 117 w 234"/>
                <a:gd name="T83" fmla="*/ 59 h 370"/>
                <a:gd name="T84" fmla="*/ 99 w 234"/>
                <a:gd name="T85" fmla="*/ 63 h 370"/>
                <a:gd name="T86" fmla="*/ 79 w 234"/>
                <a:gd name="T87" fmla="*/ 79 h 370"/>
                <a:gd name="T88" fmla="*/ 70 w 234"/>
                <a:gd name="T89" fmla="*/ 106 h 370"/>
                <a:gd name="T90" fmla="*/ 74 w 234"/>
                <a:gd name="T91" fmla="*/ 124 h 370"/>
                <a:gd name="T92" fmla="*/ 90 w 234"/>
                <a:gd name="T93" fmla="*/ 144 h 370"/>
                <a:gd name="T94" fmla="*/ 117 w 234"/>
                <a:gd name="T95" fmla="*/ 151 h 370"/>
                <a:gd name="T96" fmla="*/ 135 w 234"/>
                <a:gd name="T97" fmla="*/ 147 h 370"/>
                <a:gd name="T98" fmla="*/ 155 w 234"/>
                <a:gd name="T99" fmla="*/ 131 h 370"/>
                <a:gd name="T100" fmla="*/ 162 w 234"/>
                <a:gd name="T101" fmla="*/ 106 h 370"/>
                <a:gd name="T102" fmla="*/ 158 w 234"/>
                <a:gd name="T103" fmla="*/ 88 h 370"/>
                <a:gd name="T104" fmla="*/ 142 w 234"/>
                <a:gd name="T105" fmla="*/ 66 h 370"/>
                <a:gd name="T106" fmla="*/ 117 w 234"/>
                <a:gd name="T107" fmla="*/ 59 h 3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34" h="370">
                  <a:moveTo>
                    <a:pt x="117" y="370"/>
                  </a:moveTo>
                  <a:lnTo>
                    <a:pt x="117" y="370"/>
                  </a:lnTo>
                  <a:lnTo>
                    <a:pt x="93" y="368"/>
                  </a:lnTo>
                  <a:lnTo>
                    <a:pt x="72" y="363"/>
                  </a:lnTo>
                  <a:lnTo>
                    <a:pt x="50" y="354"/>
                  </a:lnTo>
                  <a:lnTo>
                    <a:pt x="41" y="349"/>
                  </a:lnTo>
                  <a:lnTo>
                    <a:pt x="34" y="341"/>
                  </a:lnTo>
                  <a:lnTo>
                    <a:pt x="27" y="334"/>
                  </a:lnTo>
                  <a:lnTo>
                    <a:pt x="20" y="327"/>
                  </a:lnTo>
                  <a:lnTo>
                    <a:pt x="14" y="318"/>
                  </a:lnTo>
                  <a:lnTo>
                    <a:pt x="9" y="307"/>
                  </a:lnTo>
                  <a:lnTo>
                    <a:pt x="5" y="298"/>
                  </a:lnTo>
                  <a:lnTo>
                    <a:pt x="2" y="286"/>
                  </a:lnTo>
                  <a:lnTo>
                    <a:pt x="0" y="275"/>
                  </a:lnTo>
                  <a:lnTo>
                    <a:pt x="0" y="261"/>
                  </a:lnTo>
                  <a:lnTo>
                    <a:pt x="0" y="261"/>
                  </a:lnTo>
                  <a:lnTo>
                    <a:pt x="0" y="246"/>
                  </a:lnTo>
                  <a:lnTo>
                    <a:pt x="4" y="232"/>
                  </a:lnTo>
                  <a:lnTo>
                    <a:pt x="9" y="219"/>
                  </a:lnTo>
                  <a:lnTo>
                    <a:pt x="14" y="208"/>
                  </a:lnTo>
                  <a:lnTo>
                    <a:pt x="22" y="199"/>
                  </a:lnTo>
                  <a:lnTo>
                    <a:pt x="31" y="192"/>
                  </a:lnTo>
                  <a:lnTo>
                    <a:pt x="45" y="180"/>
                  </a:lnTo>
                  <a:lnTo>
                    <a:pt x="45" y="180"/>
                  </a:lnTo>
                  <a:lnTo>
                    <a:pt x="31" y="167"/>
                  </a:lnTo>
                  <a:lnTo>
                    <a:pt x="23" y="160"/>
                  </a:lnTo>
                  <a:lnTo>
                    <a:pt x="18" y="151"/>
                  </a:lnTo>
                  <a:lnTo>
                    <a:pt x="13" y="142"/>
                  </a:lnTo>
                  <a:lnTo>
                    <a:pt x="9" y="129"/>
                  </a:lnTo>
                  <a:lnTo>
                    <a:pt x="5" y="117"/>
                  </a:lnTo>
                  <a:lnTo>
                    <a:pt x="4" y="104"/>
                  </a:lnTo>
                  <a:lnTo>
                    <a:pt x="4" y="104"/>
                  </a:lnTo>
                  <a:lnTo>
                    <a:pt x="5" y="92"/>
                  </a:lnTo>
                  <a:lnTo>
                    <a:pt x="7" y="81"/>
                  </a:lnTo>
                  <a:lnTo>
                    <a:pt x="9" y="70"/>
                  </a:lnTo>
                  <a:lnTo>
                    <a:pt x="13" y="59"/>
                  </a:lnTo>
                  <a:lnTo>
                    <a:pt x="18" y="50"/>
                  </a:lnTo>
                  <a:lnTo>
                    <a:pt x="23" y="41"/>
                  </a:lnTo>
                  <a:lnTo>
                    <a:pt x="31" y="34"/>
                  </a:lnTo>
                  <a:lnTo>
                    <a:pt x="38" y="27"/>
                  </a:lnTo>
                  <a:lnTo>
                    <a:pt x="54" y="16"/>
                  </a:lnTo>
                  <a:lnTo>
                    <a:pt x="74" y="7"/>
                  </a:lnTo>
                  <a:lnTo>
                    <a:pt x="93" y="2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38" y="2"/>
                  </a:lnTo>
                  <a:lnTo>
                    <a:pt x="160" y="7"/>
                  </a:lnTo>
                  <a:lnTo>
                    <a:pt x="178" y="16"/>
                  </a:lnTo>
                  <a:lnTo>
                    <a:pt x="196" y="27"/>
                  </a:lnTo>
                  <a:lnTo>
                    <a:pt x="208" y="41"/>
                  </a:lnTo>
                  <a:lnTo>
                    <a:pt x="214" y="50"/>
                  </a:lnTo>
                  <a:lnTo>
                    <a:pt x="219" y="59"/>
                  </a:lnTo>
                  <a:lnTo>
                    <a:pt x="223" y="70"/>
                  </a:lnTo>
                  <a:lnTo>
                    <a:pt x="226" y="81"/>
                  </a:lnTo>
                  <a:lnTo>
                    <a:pt x="228" y="92"/>
                  </a:lnTo>
                  <a:lnTo>
                    <a:pt x="228" y="104"/>
                  </a:lnTo>
                  <a:lnTo>
                    <a:pt x="228" y="104"/>
                  </a:lnTo>
                  <a:lnTo>
                    <a:pt x="226" y="117"/>
                  </a:lnTo>
                  <a:lnTo>
                    <a:pt x="225" y="129"/>
                  </a:lnTo>
                  <a:lnTo>
                    <a:pt x="219" y="142"/>
                  </a:lnTo>
                  <a:lnTo>
                    <a:pt x="214" y="151"/>
                  </a:lnTo>
                  <a:lnTo>
                    <a:pt x="208" y="160"/>
                  </a:lnTo>
                  <a:lnTo>
                    <a:pt x="201" y="167"/>
                  </a:lnTo>
                  <a:lnTo>
                    <a:pt x="187" y="180"/>
                  </a:lnTo>
                  <a:lnTo>
                    <a:pt x="187" y="180"/>
                  </a:lnTo>
                  <a:lnTo>
                    <a:pt x="203" y="192"/>
                  </a:lnTo>
                  <a:lnTo>
                    <a:pt x="210" y="199"/>
                  </a:lnTo>
                  <a:lnTo>
                    <a:pt x="217" y="208"/>
                  </a:lnTo>
                  <a:lnTo>
                    <a:pt x="225" y="219"/>
                  </a:lnTo>
                  <a:lnTo>
                    <a:pt x="228" y="232"/>
                  </a:lnTo>
                  <a:lnTo>
                    <a:pt x="232" y="246"/>
                  </a:lnTo>
                  <a:lnTo>
                    <a:pt x="234" y="261"/>
                  </a:lnTo>
                  <a:lnTo>
                    <a:pt x="234" y="261"/>
                  </a:lnTo>
                  <a:lnTo>
                    <a:pt x="234" y="275"/>
                  </a:lnTo>
                  <a:lnTo>
                    <a:pt x="232" y="286"/>
                  </a:lnTo>
                  <a:lnTo>
                    <a:pt x="228" y="298"/>
                  </a:lnTo>
                  <a:lnTo>
                    <a:pt x="225" y="307"/>
                  </a:lnTo>
                  <a:lnTo>
                    <a:pt x="219" y="318"/>
                  </a:lnTo>
                  <a:lnTo>
                    <a:pt x="214" y="327"/>
                  </a:lnTo>
                  <a:lnTo>
                    <a:pt x="207" y="334"/>
                  </a:lnTo>
                  <a:lnTo>
                    <a:pt x="199" y="341"/>
                  </a:lnTo>
                  <a:lnTo>
                    <a:pt x="190" y="349"/>
                  </a:lnTo>
                  <a:lnTo>
                    <a:pt x="182" y="354"/>
                  </a:lnTo>
                  <a:lnTo>
                    <a:pt x="162" y="363"/>
                  </a:lnTo>
                  <a:lnTo>
                    <a:pt x="140" y="368"/>
                  </a:lnTo>
                  <a:lnTo>
                    <a:pt x="117" y="370"/>
                  </a:lnTo>
                  <a:lnTo>
                    <a:pt x="117" y="370"/>
                  </a:lnTo>
                  <a:close/>
                  <a:moveTo>
                    <a:pt x="117" y="210"/>
                  </a:moveTo>
                  <a:lnTo>
                    <a:pt x="117" y="210"/>
                  </a:lnTo>
                  <a:lnTo>
                    <a:pt x="106" y="210"/>
                  </a:lnTo>
                  <a:lnTo>
                    <a:pt x="97" y="214"/>
                  </a:lnTo>
                  <a:lnTo>
                    <a:pt x="88" y="217"/>
                  </a:lnTo>
                  <a:lnTo>
                    <a:pt x="81" y="225"/>
                  </a:lnTo>
                  <a:lnTo>
                    <a:pt x="76" y="232"/>
                  </a:lnTo>
                  <a:lnTo>
                    <a:pt x="70" y="241"/>
                  </a:lnTo>
                  <a:lnTo>
                    <a:pt x="67" y="250"/>
                  </a:lnTo>
                  <a:lnTo>
                    <a:pt x="67" y="261"/>
                  </a:lnTo>
                  <a:lnTo>
                    <a:pt x="67" y="261"/>
                  </a:lnTo>
                  <a:lnTo>
                    <a:pt x="67" y="271"/>
                  </a:lnTo>
                  <a:lnTo>
                    <a:pt x="70" y="280"/>
                  </a:lnTo>
                  <a:lnTo>
                    <a:pt x="76" y="289"/>
                  </a:lnTo>
                  <a:lnTo>
                    <a:pt x="81" y="296"/>
                  </a:lnTo>
                  <a:lnTo>
                    <a:pt x="88" y="302"/>
                  </a:lnTo>
                  <a:lnTo>
                    <a:pt x="97" y="307"/>
                  </a:lnTo>
                  <a:lnTo>
                    <a:pt x="106" y="309"/>
                  </a:lnTo>
                  <a:lnTo>
                    <a:pt x="117" y="311"/>
                  </a:lnTo>
                  <a:lnTo>
                    <a:pt x="117" y="311"/>
                  </a:lnTo>
                  <a:lnTo>
                    <a:pt x="128" y="309"/>
                  </a:lnTo>
                  <a:lnTo>
                    <a:pt x="137" y="307"/>
                  </a:lnTo>
                  <a:lnTo>
                    <a:pt x="146" y="302"/>
                  </a:lnTo>
                  <a:lnTo>
                    <a:pt x="153" y="296"/>
                  </a:lnTo>
                  <a:lnTo>
                    <a:pt x="158" y="289"/>
                  </a:lnTo>
                  <a:lnTo>
                    <a:pt x="164" y="280"/>
                  </a:lnTo>
                  <a:lnTo>
                    <a:pt x="165" y="271"/>
                  </a:lnTo>
                  <a:lnTo>
                    <a:pt x="167" y="261"/>
                  </a:lnTo>
                  <a:lnTo>
                    <a:pt x="167" y="261"/>
                  </a:lnTo>
                  <a:lnTo>
                    <a:pt x="165" y="250"/>
                  </a:lnTo>
                  <a:lnTo>
                    <a:pt x="164" y="241"/>
                  </a:lnTo>
                  <a:lnTo>
                    <a:pt x="158" y="232"/>
                  </a:lnTo>
                  <a:lnTo>
                    <a:pt x="153" y="225"/>
                  </a:lnTo>
                  <a:lnTo>
                    <a:pt x="146" y="217"/>
                  </a:lnTo>
                  <a:lnTo>
                    <a:pt x="137" y="214"/>
                  </a:lnTo>
                  <a:lnTo>
                    <a:pt x="128" y="210"/>
                  </a:lnTo>
                  <a:lnTo>
                    <a:pt x="117" y="210"/>
                  </a:lnTo>
                  <a:lnTo>
                    <a:pt x="117" y="210"/>
                  </a:lnTo>
                  <a:close/>
                  <a:moveTo>
                    <a:pt x="117" y="59"/>
                  </a:moveTo>
                  <a:lnTo>
                    <a:pt x="117" y="59"/>
                  </a:lnTo>
                  <a:lnTo>
                    <a:pt x="108" y="61"/>
                  </a:lnTo>
                  <a:lnTo>
                    <a:pt x="99" y="63"/>
                  </a:lnTo>
                  <a:lnTo>
                    <a:pt x="90" y="66"/>
                  </a:lnTo>
                  <a:lnTo>
                    <a:pt x="85" y="72"/>
                  </a:lnTo>
                  <a:lnTo>
                    <a:pt x="79" y="79"/>
                  </a:lnTo>
                  <a:lnTo>
                    <a:pt x="74" y="88"/>
                  </a:lnTo>
                  <a:lnTo>
                    <a:pt x="72" y="95"/>
                  </a:lnTo>
                  <a:lnTo>
                    <a:pt x="70" y="106"/>
                  </a:lnTo>
                  <a:lnTo>
                    <a:pt x="70" y="106"/>
                  </a:lnTo>
                  <a:lnTo>
                    <a:pt x="72" y="115"/>
                  </a:lnTo>
                  <a:lnTo>
                    <a:pt x="74" y="124"/>
                  </a:lnTo>
                  <a:lnTo>
                    <a:pt x="79" y="131"/>
                  </a:lnTo>
                  <a:lnTo>
                    <a:pt x="85" y="138"/>
                  </a:lnTo>
                  <a:lnTo>
                    <a:pt x="90" y="144"/>
                  </a:lnTo>
                  <a:lnTo>
                    <a:pt x="99" y="147"/>
                  </a:lnTo>
                  <a:lnTo>
                    <a:pt x="108" y="151"/>
                  </a:lnTo>
                  <a:lnTo>
                    <a:pt x="117" y="151"/>
                  </a:lnTo>
                  <a:lnTo>
                    <a:pt x="117" y="151"/>
                  </a:lnTo>
                  <a:lnTo>
                    <a:pt x="126" y="151"/>
                  </a:lnTo>
                  <a:lnTo>
                    <a:pt x="135" y="147"/>
                  </a:lnTo>
                  <a:lnTo>
                    <a:pt x="142" y="144"/>
                  </a:lnTo>
                  <a:lnTo>
                    <a:pt x="149" y="138"/>
                  </a:lnTo>
                  <a:lnTo>
                    <a:pt x="155" y="131"/>
                  </a:lnTo>
                  <a:lnTo>
                    <a:pt x="158" y="124"/>
                  </a:lnTo>
                  <a:lnTo>
                    <a:pt x="160" y="115"/>
                  </a:lnTo>
                  <a:lnTo>
                    <a:pt x="162" y="106"/>
                  </a:lnTo>
                  <a:lnTo>
                    <a:pt x="162" y="106"/>
                  </a:lnTo>
                  <a:lnTo>
                    <a:pt x="160" y="95"/>
                  </a:lnTo>
                  <a:lnTo>
                    <a:pt x="158" y="88"/>
                  </a:lnTo>
                  <a:lnTo>
                    <a:pt x="155" y="79"/>
                  </a:lnTo>
                  <a:lnTo>
                    <a:pt x="149" y="72"/>
                  </a:lnTo>
                  <a:lnTo>
                    <a:pt x="142" y="66"/>
                  </a:lnTo>
                  <a:lnTo>
                    <a:pt x="135" y="63"/>
                  </a:lnTo>
                  <a:lnTo>
                    <a:pt x="126" y="61"/>
                  </a:lnTo>
                  <a:lnTo>
                    <a:pt x="117" y="59"/>
                  </a:lnTo>
                  <a:lnTo>
                    <a:pt x="117" y="59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6" name="Freeform 71"/>
            <p:cNvSpPr>
              <a:spLocks/>
            </p:cNvSpPr>
            <p:nvPr/>
          </p:nvSpPr>
          <p:spPr bwMode="auto">
            <a:xfrm>
              <a:off x="3997326" y="3802063"/>
              <a:ext cx="111125" cy="288925"/>
            </a:xfrm>
            <a:custGeom>
              <a:avLst/>
              <a:gdLst>
                <a:gd name="T0" fmla="*/ 73 w 140"/>
                <a:gd name="T1" fmla="*/ 365 h 365"/>
                <a:gd name="T2" fmla="*/ 73 w 140"/>
                <a:gd name="T3" fmla="*/ 72 h 365"/>
                <a:gd name="T4" fmla="*/ 0 w 140"/>
                <a:gd name="T5" fmla="*/ 136 h 365"/>
                <a:gd name="T6" fmla="*/ 0 w 140"/>
                <a:gd name="T7" fmla="*/ 64 h 365"/>
                <a:gd name="T8" fmla="*/ 73 w 140"/>
                <a:gd name="T9" fmla="*/ 0 h 365"/>
                <a:gd name="T10" fmla="*/ 140 w 140"/>
                <a:gd name="T11" fmla="*/ 0 h 365"/>
                <a:gd name="T12" fmla="*/ 140 w 140"/>
                <a:gd name="T13" fmla="*/ 365 h 365"/>
                <a:gd name="T14" fmla="*/ 73 w 140"/>
                <a:gd name="T15" fmla="*/ 365 h 3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0" h="365">
                  <a:moveTo>
                    <a:pt x="73" y="365"/>
                  </a:moveTo>
                  <a:lnTo>
                    <a:pt x="73" y="72"/>
                  </a:lnTo>
                  <a:lnTo>
                    <a:pt x="0" y="136"/>
                  </a:lnTo>
                  <a:lnTo>
                    <a:pt x="0" y="64"/>
                  </a:lnTo>
                  <a:lnTo>
                    <a:pt x="73" y="0"/>
                  </a:lnTo>
                  <a:lnTo>
                    <a:pt x="140" y="0"/>
                  </a:lnTo>
                  <a:lnTo>
                    <a:pt x="140" y="365"/>
                  </a:lnTo>
                  <a:lnTo>
                    <a:pt x="73" y="365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7" name="Freeform 72"/>
            <p:cNvSpPr>
              <a:spLocks/>
            </p:cNvSpPr>
            <p:nvPr/>
          </p:nvSpPr>
          <p:spPr bwMode="auto">
            <a:xfrm>
              <a:off x="4198938" y="3800475"/>
              <a:ext cx="176213" cy="290513"/>
            </a:xfrm>
            <a:custGeom>
              <a:avLst/>
              <a:gdLst>
                <a:gd name="T0" fmla="*/ 0 w 221"/>
                <a:gd name="T1" fmla="*/ 307 h 367"/>
                <a:gd name="T2" fmla="*/ 136 w 221"/>
                <a:gd name="T3" fmla="*/ 149 h 367"/>
                <a:gd name="T4" fmla="*/ 151 w 221"/>
                <a:gd name="T5" fmla="*/ 128 h 367"/>
                <a:gd name="T6" fmla="*/ 154 w 221"/>
                <a:gd name="T7" fmla="*/ 104 h 367"/>
                <a:gd name="T8" fmla="*/ 154 w 221"/>
                <a:gd name="T9" fmla="*/ 95 h 367"/>
                <a:gd name="T10" fmla="*/ 149 w 221"/>
                <a:gd name="T11" fmla="*/ 79 h 367"/>
                <a:gd name="T12" fmla="*/ 136 w 221"/>
                <a:gd name="T13" fmla="*/ 66 h 367"/>
                <a:gd name="T14" fmla="*/ 120 w 221"/>
                <a:gd name="T15" fmla="*/ 61 h 367"/>
                <a:gd name="T16" fmla="*/ 111 w 221"/>
                <a:gd name="T17" fmla="*/ 59 h 367"/>
                <a:gd name="T18" fmla="*/ 95 w 221"/>
                <a:gd name="T19" fmla="*/ 61 h 367"/>
                <a:gd name="T20" fmla="*/ 81 w 221"/>
                <a:gd name="T21" fmla="*/ 70 h 367"/>
                <a:gd name="T22" fmla="*/ 70 w 221"/>
                <a:gd name="T23" fmla="*/ 84 h 367"/>
                <a:gd name="T24" fmla="*/ 66 w 221"/>
                <a:gd name="T25" fmla="*/ 106 h 367"/>
                <a:gd name="T26" fmla="*/ 0 w 221"/>
                <a:gd name="T27" fmla="*/ 106 h 367"/>
                <a:gd name="T28" fmla="*/ 2 w 221"/>
                <a:gd name="T29" fmla="*/ 83 h 367"/>
                <a:gd name="T30" fmla="*/ 9 w 221"/>
                <a:gd name="T31" fmla="*/ 61 h 367"/>
                <a:gd name="T32" fmla="*/ 18 w 221"/>
                <a:gd name="T33" fmla="*/ 43 h 367"/>
                <a:gd name="T34" fmla="*/ 32 w 221"/>
                <a:gd name="T35" fmla="*/ 27 h 367"/>
                <a:gd name="T36" fmla="*/ 66 w 221"/>
                <a:gd name="T37" fmla="*/ 7 h 367"/>
                <a:gd name="T38" fmla="*/ 111 w 221"/>
                <a:gd name="T39" fmla="*/ 0 h 367"/>
                <a:gd name="T40" fmla="*/ 134 w 221"/>
                <a:gd name="T41" fmla="*/ 2 h 367"/>
                <a:gd name="T42" fmla="*/ 174 w 221"/>
                <a:gd name="T43" fmla="*/ 16 h 367"/>
                <a:gd name="T44" fmla="*/ 197 w 221"/>
                <a:gd name="T45" fmla="*/ 36 h 367"/>
                <a:gd name="T46" fmla="*/ 208 w 221"/>
                <a:gd name="T47" fmla="*/ 52 h 367"/>
                <a:gd name="T48" fmla="*/ 217 w 221"/>
                <a:gd name="T49" fmla="*/ 72 h 367"/>
                <a:gd name="T50" fmla="*/ 221 w 221"/>
                <a:gd name="T51" fmla="*/ 93 h 367"/>
                <a:gd name="T52" fmla="*/ 221 w 221"/>
                <a:gd name="T53" fmla="*/ 106 h 367"/>
                <a:gd name="T54" fmla="*/ 219 w 221"/>
                <a:gd name="T55" fmla="*/ 129 h 367"/>
                <a:gd name="T56" fmla="*/ 212 w 221"/>
                <a:gd name="T57" fmla="*/ 149 h 367"/>
                <a:gd name="T58" fmla="*/ 183 w 221"/>
                <a:gd name="T59" fmla="*/ 189 h 367"/>
                <a:gd name="T60" fmla="*/ 221 w 221"/>
                <a:gd name="T61" fmla="*/ 307 h 367"/>
                <a:gd name="T62" fmla="*/ 0 w 221"/>
                <a:gd name="T63" fmla="*/ 367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21" h="367">
                  <a:moveTo>
                    <a:pt x="0" y="367"/>
                  </a:moveTo>
                  <a:lnTo>
                    <a:pt x="0" y="307"/>
                  </a:lnTo>
                  <a:lnTo>
                    <a:pt x="136" y="149"/>
                  </a:lnTo>
                  <a:lnTo>
                    <a:pt x="136" y="149"/>
                  </a:lnTo>
                  <a:lnTo>
                    <a:pt x="145" y="138"/>
                  </a:lnTo>
                  <a:lnTo>
                    <a:pt x="151" y="128"/>
                  </a:lnTo>
                  <a:lnTo>
                    <a:pt x="154" y="117"/>
                  </a:lnTo>
                  <a:lnTo>
                    <a:pt x="154" y="104"/>
                  </a:lnTo>
                  <a:lnTo>
                    <a:pt x="154" y="104"/>
                  </a:lnTo>
                  <a:lnTo>
                    <a:pt x="154" y="95"/>
                  </a:lnTo>
                  <a:lnTo>
                    <a:pt x="152" y="86"/>
                  </a:lnTo>
                  <a:lnTo>
                    <a:pt x="149" y="79"/>
                  </a:lnTo>
                  <a:lnTo>
                    <a:pt x="143" y="72"/>
                  </a:lnTo>
                  <a:lnTo>
                    <a:pt x="136" y="66"/>
                  </a:lnTo>
                  <a:lnTo>
                    <a:pt x="129" y="63"/>
                  </a:lnTo>
                  <a:lnTo>
                    <a:pt x="120" y="61"/>
                  </a:lnTo>
                  <a:lnTo>
                    <a:pt x="111" y="59"/>
                  </a:lnTo>
                  <a:lnTo>
                    <a:pt x="111" y="59"/>
                  </a:lnTo>
                  <a:lnTo>
                    <a:pt x="102" y="59"/>
                  </a:lnTo>
                  <a:lnTo>
                    <a:pt x="95" y="61"/>
                  </a:lnTo>
                  <a:lnTo>
                    <a:pt x="88" y="65"/>
                  </a:lnTo>
                  <a:lnTo>
                    <a:pt x="81" y="70"/>
                  </a:lnTo>
                  <a:lnTo>
                    <a:pt x="75" y="75"/>
                  </a:lnTo>
                  <a:lnTo>
                    <a:pt x="70" y="84"/>
                  </a:lnTo>
                  <a:lnTo>
                    <a:pt x="68" y="93"/>
                  </a:lnTo>
                  <a:lnTo>
                    <a:pt x="66" y="106"/>
                  </a:lnTo>
                  <a:lnTo>
                    <a:pt x="0" y="106"/>
                  </a:lnTo>
                  <a:lnTo>
                    <a:pt x="0" y="106"/>
                  </a:lnTo>
                  <a:lnTo>
                    <a:pt x="0" y="93"/>
                  </a:lnTo>
                  <a:lnTo>
                    <a:pt x="2" y="83"/>
                  </a:lnTo>
                  <a:lnTo>
                    <a:pt x="5" y="72"/>
                  </a:lnTo>
                  <a:lnTo>
                    <a:pt x="9" y="61"/>
                  </a:lnTo>
                  <a:lnTo>
                    <a:pt x="12" y="52"/>
                  </a:lnTo>
                  <a:lnTo>
                    <a:pt x="18" y="43"/>
                  </a:lnTo>
                  <a:lnTo>
                    <a:pt x="25" y="34"/>
                  </a:lnTo>
                  <a:lnTo>
                    <a:pt x="32" y="27"/>
                  </a:lnTo>
                  <a:lnTo>
                    <a:pt x="48" y="16"/>
                  </a:lnTo>
                  <a:lnTo>
                    <a:pt x="66" y="7"/>
                  </a:lnTo>
                  <a:lnTo>
                    <a:pt x="88" y="2"/>
                  </a:lnTo>
                  <a:lnTo>
                    <a:pt x="111" y="0"/>
                  </a:lnTo>
                  <a:lnTo>
                    <a:pt x="111" y="0"/>
                  </a:lnTo>
                  <a:lnTo>
                    <a:pt x="134" y="2"/>
                  </a:lnTo>
                  <a:lnTo>
                    <a:pt x="156" y="7"/>
                  </a:lnTo>
                  <a:lnTo>
                    <a:pt x="174" y="16"/>
                  </a:lnTo>
                  <a:lnTo>
                    <a:pt x="190" y="29"/>
                  </a:lnTo>
                  <a:lnTo>
                    <a:pt x="197" y="36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4" y="61"/>
                  </a:lnTo>
                  <a:lnTo>
                    <a:pt x="217" y="72"/>
                  </a:lnTo>
                  <a:lnTo>
                    <a:pt x="219" y="83"/>
                  </a:lnTo>
                  <a:lnTo>
                    <a:pt x="221" y="93"/>
                  </a:lnTo>
                  <a:lnTo>
                    <a:pt x="221" y="106"/>
                  </a:lnTo>
                  <a:lnTo>
                    <a:pt x="221" y="106"/>
                  </a:lnTo>
                  <a:lnTo>
                    <a:pt x="221" y="119"/>
                  </a:lnTo>
                  <a:lnTo>
                    <a:pt x="219" y="129"/>
                  </a:lnTo>
                  <a:lnTo>
                    <a:pt x="215" y="140"/>
                  </a:lnTo>
                  <a:lnTo>
                    <a:pt x="212" y="149"/>
                  </a:lnTo>
                  <a:lnTo>
                    <a:pt x="199" y="169"/>
                  </a:lnTo>
                  <a:lnTo>
                    <a:pt x="183" y="189"/>
                  </a:lnTo>
                  <a:lnTo>
                    <a:pt x="81" y="307"/>
                  </a:lnTo>
                  <a:lnTo>
                    <a:pt x="221" y="307"/>
                  </a:lnTo>
                  <a:lnTo>
                    <a:pt x="221" y="367"/>
                  </a:lnTo>
                  <a:lnTo>
                    <a:pt x="0" y="367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8" name="Freeform 73"/>
            <p:cNvSpPr>
              <a:spLocks/>
            </p:cNvSpPr>
            <p:nvPr/>
          </p:nvSpPr>
          <p:spPr bwMode="auto">
            <a:xfrm>
              <a:off x="4437063" y="3802063"/>
              <a:ext cx="112713" cy="288925"/>
            </a:xfrm>
            <a:custGeom>
              <a:avLst/>
              <a:gdLst>
                <a:gd name="T0" fmla="*/ 75 w 142"/>
                <a:gd name="T1" fmla="*/ 365 h 365"/>
                <a:gd name="T2" fmla="*/ 75 w 142"/>
                <a:gd name="T3" fmla="*/ 72 h 365"/>
                <a:gd name="T4" fmla="*/ 0 w 142"/>
                <a:gd name="T5" fmla="*/ 136 h 365"/>
                <a:gd name="T6" fmla="*/ 0 w 142"/>
                <a:gd name="T7" fmla="*/ 64 h 365"/>
                <a:gd name="T8" fmla="*/ 75 w 142"/>
                <a:gd name="T9" fmla="*/ 0 h 365"/>
                <a:gd name="T10" fmla="*/ 142 w 142"/>
                <a:gd name="T11" fmla="*/ 0 h 365"/>
                <a:gd name="T12" fmla="*/ 142 w 142"/>
                <a:gd name="T13" fmla="*/ 365 h 365"/>
                <a:gd name="T14" fmla="*/ 75 w 142"/>
                <a:gd name="T15" fmla="*/ 365 h 3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42" h="365">
                  <a:moveTo>
                    <a:pt x="75" y="365"/>
                  </a:moveTo>
                  <a:lnTo>
                    <a:pt x="75" y="72"/>
                  </a:lnTo>
                  <a:lnTo>
                    <a:pt x="0" y="136"/>
                  </a:lnTo>
                  <a:lnTo>
                    <a:pt x="0" y="64"/>
                  </a:lnTo>
                  <a:lnTo>
                    <a:pt x="75" y="0"/>
                  </a:lnTo>
                  <a:lnTo>
                    <a:pt x="142" y="0"/>
                  </a:lnTo>
                  <a:lnTo>
                    <a:pt x="142" y="365"/>
                  </a:lnTo>
                  <a:lnTo>
                    <a:pt x="75" y="365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09" name="Freeform 74"/>
            <p:cNvSpPr>
              <a:spLocks/>
            </p:cNvSpPr>
            <p:nvPr/>
          </p:nvSpPr>
          <p:spPr bwMode="auto">
            <a:xfrm>
              <a:off x="4641851" y="3800475"/>
              <a:ext cx="174625" cy="290513"/>
            </a:xfrm>
            <a:custGeom>
              <a:avLst/>
              <a:gdLst>
                <a:gd name="T0" fmla="*/ 0 w 221"/>
                <a:gd name="T1" fmla="*/ 307 h 367"/>
                <a:gd name="T2" fmla="*/ 134 w 221"/>
                <a:gd name="T3" fmla="*/ 149 h 367"/>
                <a:gd name="T4" fmla="*/ 149 w 221"/>
                <a:gd name="T5" fmla="*/ 128 h 367"/>
                <a:gd name="T6" fmla="*/ 154 w 221"/>
                <a:gd name="T7" fmla="*/ 104 h 367"/>
                <a:gd name="T8" fmla="*/ 154 w 221"/>
                <a:gd name="T9" fmla="*/ 95 h 367"/>
                <a:gd name="T10" fmla="*/ 147 w 221"/>
                <a:gd name="T11" fmla="*/ 79 h 367"/>
                <a:gd name="T12" fmla="*/ 136 w 221"/>
                <a:gd name="T13" fmla="*/ 66 h 367"/>
                <a:gd name="T14" fmla="*/ 120 w 221"/>
                <a:gd name="T15" fmla="*/ 61 h 367"/>
                <a:gd name="T16" fmla="*/ 109 w 221"/>
                <a:gd name="T17" fmla="*/ 59 h 367"/>
                <a:gd name="T18" fmla="*/ 93 w 221"/>
                <a:gd name="T19" fmla="*/ 61 h 367"/>
                <a:gd name="T20" fmla="*/ 79 w 221"/>
                <a:gd name="T21" fmla="*/ 70 h 367"/>
                <a:gd name="T22" fmla="*/ 70 w 221"/>
                <a:gd name="T23" fmla="*/ 84 h 367"/>
                <a:gd name="T24" fmla="*/ 66 w 221"/>
                <a:gd name="T25" fmla="*/ 106 h 367"/>
                <a:gd name="T26" fmla="*/ 0 w 221"/>
                <a:gd name="T27" fmla="*/ 106 h 367"/>
                <a:gd name="T28" fmla="*/ 1 w 221"/>
                <a:gd name="T29" fmla="*/ 83 h 367"/>
                <a:gd name="T30" fmla="*/ 7 w 221"/>
                <a:gd name="T31" fmla="*/ 61 h 367"/>
                <a:gd name="T32" fmla="*/ 18 w 221"/>
                <a:gd name="T33" fmla="*/ 43 h 367"/>
                <a:gd name="T34" fmla="*/ 30 w 221"/>
                <a:gd name="T35" fmla="*/ 27 h 367"/>
                <a:gd name="T36" fmla="*/ 66 w 221"/>
                <a:gd name="T37" fmla="*/ 7 h 367"/>
                <a:gd name="T38" fmla="*/ 109 w 221"/>
                <a:gd name="T39" fmla="*/ 0 h 367"/>
                <a:gd name="T40" fmla="*/ 133 w 221"/>
                <a:gd name="T41" fmla="*/ 2 h 367"/>
                <a:gd name="T42" fmla="*/ 174 w 221"/>
                <a:gd name="T43" fmla="*/ 16 h 367"/>
                <a:gd name="T44" fmla="*/ 197 w 221"/>
                <a:gd name="T45" fmla="*/ 36 h 367"/>
                <a:gd name="T46" fmla="*/ 208 w 221"/>
                <a:gd name="T47" fmla="*/ 52 h 367"/>
                <a:gd name="T48" fmla="*/ 215 w 221"/>
                <a:gd name="T49" fmla="*/ 72 h 367"/>
                <a:gd name="T50" fmla="*/ 221 w 221"/>
                <a:gd name="T51" fmla="*/ 93 h 367"/>
                <a:gd name="T52" fmla="*/ 221 w 221"/>
                <a:gd name="T53" fmla="*/ 106 h 367"/>
                <a:gd name="T54" fmla="*/ 219 w 221"/>
                <a:gd name="T55" fmla="*/ 129 h 367"/>
                <a:gd name="T56" fmla="*/ 210 w 221"/>
                <a:gd name="T57" fmla="*/ 149 h 367"/>
                <a:gd name="T58" fmla="*/ 181 w 221"/>
                <a:gd name="T59" fmla="*/ 189 h 367"/>
                <a:gd name="T60" fmla="*/ 221 w 221"/>
                <a:gd name="T61" fmla="*/ 307 h 367"/>
                <a:gd name="T62" fmla="*/ 0 w 221"/>
                <a:gd name="T63" fmla="*/ 367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21" h="367">
                  <a:moveTo>
                    <a:pt x="0" y="367"/>
                  </a:moveTo>
                  <a:lnTo>
                    <a:pt x="0" y="307"/>
                  </a:lnTo>
                  <a:lnTo>
                    <a:pt x="134" y="149"/>
                  </a:lnTo>
                  <a:lnTo>
                    <a:pt x="134" y="149"/>
                  </a:lnTo>
                  <a:lnTo>
                    <a:pt x="143" y="138"/>
                  </a:lnTo>
                  <a:lnTo>
                    <a:pt x="149" y="128"/>
                  </a:lnTo>
                  <a:lnTo>
                    <a:pt x="152" y="117"/>
                  </a:lnTo>
                  <a:lnTo>
                    <a:pt x="154" y="104"/>
                  </a:lnTo>
                  <a:lnTo>
                    <a:pt x="154" y="104"/>
                  </a:lnTo>
                  <a:lnTo>
                    <a:pt x="154" y="95"/>
                  </a:lnTo>
                  <a:lnTo>
                    <a:pt x="151" y="86"/>
                  </a:lnTo>
                  <a:lnTo>
                    <a:pt x="147" y="79"/>
                  </a:lnTo>
                  <a:lnTo>
                    <a:pt x="143" y="72"/>
                  </a:lnTo>
                  <a:lnTo>
                    <a:pt x="136" y="66"/>
                  </a:lnTo>
                  <a:lnTo>
                    <a:pt x="129" y="63"/>
                  </a:lnTo>
                  <a:lnTo>
                    <a:pt x="120" y="61"/>
                  </a:lnTo>
                  <a:lnTo>
                    <a:pt x="109" y="59"/>
                  </a:lnTo>
                  <a:lnTo>
                    <a:pt x="109" y="59"/>
                  </a:lnTo>
                  <a:lnTo>
                    <a:pt x="102" y="59"/>
                  </a:lnTo>
                  <a:lnTo>
                    <a:pt x="93" y="61"/>
                  </a:lnTo>
                  <a:lnTo>
                    <a:pt x="86" y="65"/>
                  </a:lnTo>
                  <a:lnTo>
                    <a:pt x="79" y="70"/>
                  </a:lnTo>
                  <a:lnTo>
                    <a:pt x="73" y="75"/>
                  </a:lnTo>
                  <a:lnTo>
                    <a:pt x="70" y="84"/>
                  </a:lnTo>
                  <a:lnTo>
                    <a:pt x="66" y="93"/>
                  </a:lnTo>
                  <a:lnTo>
                    <a:pt x="66" y="106"/>
                  </a:lnTo>
                  <a:lnTo>
                    <a:pt x="0" y="106"/>
                  </a:lnTo>
                  <a:lnTo>
                    <a:pt x="0" y="106"/>
                  </a:lnTo>
                  <a:lnTo>
                    <a:pt x="0" y="93"/>
                  </a:lnTo>
                  <a:lnTo>
                    <a:pt x="1" y="83"/>
                  </a:lnTo>
                  <a:lnTo>
                    <a:pt x="3" y="72"/>
                  </a:lnTo>
                  <a:lnTo>
                    <a:pt x="7" y="61"/>
                  </a:lnTo>
                  <a:lnTo>
                    <a:pt x="12" y="52"/>
                  </a:lnTo>
                  <a:lnTo>
                    <a:pt x="18" y="43"/>
                  </a:lnTo>
                  <a:lnTo>
                    <a:pt x="23" y="34"/>
                  </a:lnTo>
                  <a:lnTo>
                    <a:pt x="30" y="27"/>
                  </a:lnTo>
                  <a:lnTo>
                    <a:pt x="48" y="16"/>
                  </a:lnTo>
                  <a:lnTo>
                    <a:pt x="66" y="7"/>
                  </a:lnTo>
                  <a:lnTo>
                    <a:pt x="88" y="2"/>
                  </a:lnTo>
                  <a:lnTo>
                    <a:pt x="109" y="0"/>
                  </a:lnTo>
                  <a:lnTo>
                    <a:pt x="109" y="0"/>
                  </a:lnTo>
                  <a:lnTo>
                    <a:pt x="133" y="2"/>
                  </a:lnTo>
                  <a:lnTo>
                    <a:pt x="154" y="7"/>
                  </a:lnTo>
                  <a:lnTo>
                    <a:pt x="174" y="16"/>
                  </a:lnTo>
                  <a:lnTo>
                    <a:pt x="190" y="29"/>
                  </a:lnTo>
                  <a:lnTo>
                    <a:pt x="197" y="36"/>
                  </a:lnTo>
                  <a:lnTo>
                    <a:pt x="203" y="43"/>
                  </a:lnTo>
                  <a:lnTo>
                    <a:pt x="208" y="52"/>
                  </a:lnTo>
                  <a:lnTo>
                    <a:pt x="212" y="61"/>
                  </a:lnTo>
                  <a:lnTo>
                    <a:pt x="215" y="72"/>
                  </a:lnTo>
                  <a:lnTo>
                    <a:pt x="219" y="83"/>
                  </a:lnTo>
                  <a:lnTo>
                    <a:pt x="221" y="93"/>
                  </a:lnTo>
                  <a:lnTo>
                    <a:pt x="221" y="106"/>
                  </a:lnTo>
                  <a:lnTo>
                    <a:pt x="221" y="106"/>
                  </a:lnTo>
                  <a:lnTo>
                    <a:pt x="221" y="119"/>
                  </a:lnTo>
                  <a:lnTo>
                    <a:pt x="219" y="129"/>
                  </a:lnTo>
                  <a:lnTo>
                    <a:pt x="215" y="140"/>
                  </a:lnTo>
                  <a:lnTo>
                    <a:pt x="210" y="149"/>
                  </a:lnTo>
                  <a:lnTo>
                    <a:pt x="199" y="169"/>
                  </a:lnTo>
                  <a:lnTo>
                    <a:pt x="181" y="189"/>
                  </a:lnTo>
                  <a:lnTo>
                    <a:pt x="80" y="307"/>
                  </a:lnTo>
                  <a:lnTo>
                    <a:pt x="221" y="307"/>
                  </a:lnTo>
                  <a:lnTo>
                    <a:pt x="221" y="367"/>
                  </a:lnTo>
                  <a:lnTo>
                    <a:pt x="0" y="367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0" name="Freeform 159"/>
            <p:cNvSpPr>
              <a:spLocks/>
            </p:cNvSpPr>
            <p:nvPr/>
          </p:nvSpPr>
          <p:spPr bwMode="auto">
            <a:xfrm>
              <a:off x="7119938" y="3878263"/>
              <a:ext cx="179388" cy="215900"/>
            </a:xfrm>
            <a:custGeom>
              <a:avLst/>
              <a:gdLst>
                <a:gd name="T0" fmla="*/ 113 w 226"/>
                <a:gd name="T1" fmla="*/ 273 h 273"/>
                <a:gd name="T2" fmla="*/ 68 w 226"/>
                <a:gd name="T3" fmla="*/ 270 h 273"/>
                <a:gd name="T4" fmla="*/ 39 w 226"/>
                <a:gd name="T5" fmla="*/ 262 h 273"/>
                <a:gd name="T6" fmla="*/ 12 w 226"/>
                <a:gd name="T7" fmla="*/ 246 h 273"/>
                <a:gd name="T8" fmla="*/ 43 w 226"/>
                <a:gd name="T9" fmla="*/ 190 h 273"/>
                <a:gd name="T10" fmla="*/ 52 w 226"/>
                <a:gd name="T11" fmla="*/ 199 h 273"/>
                <a:gd name="T12" fmla="*/ 70 w 226"/>
                <a:gd name="T13" fmla="*/ 208 h 273"/>
                <a:gd name="T14" fmla="*/ 99 w 226"/>
                <a:gd name="T15" fmla="*/ 216 h 273"/>
                <a:gd name="T16" fmla="*/ 115 w 226"/>
                <a:gd name="T17" fmla="*/ 216 h 273"/>
                <a:gd name="T18" fmla="*/ 140 w 226"/>
                <a:gd name="T19" fmla="*/ 214 h 273"/>
                <a:gd name="T20" fmla="*/ 153 w 226"/>
                <a:gd name="T21" fmla="*/ 207 h 273"/>
                <a:gd name="T22" fmla="*/ 160 w 226"/>
                <a:gd name="T23" fmla="*/ 196 h 273"/>
                <a:gd name="T24" fmla="*/ 162 w 226"/>
                <a:gd name="T25" fmla="*/ 189 h 273"/>
                <a:gd name="T26" fmla="*/ 156 w 226"/>
                <a:gd name="T27" fmla="*/ 173 h 273"/>
                <a:gd name="T28" fmla="*/ 147 w 226"/>
                <a:gd name="T29" fmla="*/ 167 h 273"/>
                <a:gd name="T30" fmla="*/ 90 w 226"/>
                <a:gd name="T31" fmla="*/ 160 h 273"/>
                <a:gd name="T32" fmla="*/ 74 w 226"/>
                <a:gd name="T33" fmla="*/ 158 h 273"/>
                <a:gd name="T34" fmla="*/ 45 w 226"/>
                <a:gd name="T35" fmla="*/ 147 h 273"/>
                <a:gd name="T36" fmla="*/ 25 w 226"/>
                <a:gd name="T37" fmla="*/ 129 h 273"/>
                <a:gd name="T38" fmla="*/ 14 w 226"/>
                <a:gd name="T39" fmla="*/ 102 h 273"/>
                <a:gd name="T40" fmla="*/ 14 w 226"/>
                <a:gd name="T41" fmla="*/ 84 h 273"/>
                <a:gd name="T42" fmla="*/ 16 w 226"/>
                <a:gd name="T43" fmla="*/ 67 h 273"/>
                <a:gd name="T44" fmla="*/ 21 w 226"/>
                <a:gd name="T45" fmla="*/ 49 h 273"/>
                <a:gd name="T46" fmla="*/ 45 w 226"/>
                <a:gd name="T47" fmla="*/ 22 h 273"/>
                <a:gd name="T48" fmla="*/ 77 w 226"/>
                <a:gd name="T49" fmla="*/ 5 h 273"/>
                <a:gd name="T50" fmla="*/ 117 w 226"/>
                <a:gd name="T51" fmla="*/ 0 h 273"/>
                <a:gd name="T52" fmla="*/ 147 w 226"/>
                <a:gd name="T53" fmla="*/ 2 h 273"/>
                <a:gd name="T54" fmla="*/ 174 w 226"/>
                <a:gd name="T55" fmla="*/ 7 h 273"/>
                <a:gd name="T56" fmla="*/ 197 w 226"/>
                <a:gd name="T57" fmla="*/ 16 h 273"/>
                <a:gd name="T58" fmla="*/ 219 w 226"/>
                <a:gd name="T59" fmla="*/ 32 h 273"/>
                <a:gd name="T60" fmla="*/ 178 w 226"/>
                <a:gd name="T61" fmla="*/ 74 h 273"/>
                <a:gd name="T62" fmla="*/ 165 w 226"/>
                <a:gd name="T63" fmla="*/ 65 h 273"/>
                <a:gd name="T64" fmla="*/ 133 w 226"/>
                <a:gd name="T65" fmla="*/ 56 h 273"/>
                <a:gd name="T66" fmla="*/ 115 w 226"/>
                <a:gd name="T67" fmla="*/ 56 h 273"/>
                <a:gd name="T68" fmla="*/ 99 w 226"/>
                <a:gd name="T69" fmla="*/ 58 h 273"/>
                <a:gd name="T70" fmla="*/ 86 w 226"/>
                <a:gd name="T71" fmla="*/ 63 h 273"/>
                <a:gd name="T72" fmla="*/ 81 w 226"/>
                <a:gd name="T73" fmla="*/ 72 h 273"/>
                <a:gd name="T74" fmla="*/ 77 w 226"/>
                <a:gd name="T75" fmla="*/ 81 h 273"/>
                <a:gd name="T76" fmla="*/ 79 w 226"/>
                <a:gd name="T77" fmla="*/ 90 h 273"/>
                <a:gd name="T78" fmla="*/ 93 w 226"/>
                <a:gd name="T79" fmla="*/ 101 h 273"/>
                <a:gd name="T80" fmla="*/ 147 w 226"/>
                <a:gd name="T81" fmla="*/ 108 h 273"/>
                <a:gd name="T82" fmla="*/ 165 w 226"/>
                <a:gd name="T83" fmla="*/ 111 h 273"/>
                <a:gd name="T84" fmla="*/ 196 w 226"/>
                <a:gd name="T85" fmla="*/ 122 h 273"/>
                <a:gd name="T86" fmla="*/ 215 w 226"/>
                <a:gd name="T87" fmla="*/ 142 h 273"/>
                <a:gd name="T88" fmla="*/ 226 w 226"/>
                <a:gd name="T89" fmla="*/ 171 h 273"/>
                <a:gd name="T90" fmla="*/ 226 w 226"/>
                <a:gd name="T91" fmla="*/ 187 h 273"/>
                <a:gd name="T92" fmla="*/ 224 w 226"/>
                <a:gd name="T93" fmla="*/ 207 h 273"/>
                <a:gd name="T94" fmla="*/ 217 w 226"/>
                <a:gd name="T95" fmla="*/ 225 h 273"/>
                <a:gd name="T96" fmla="*/ 208 w 226"/>
                <a:gd name="T97" fmla="*/ 239 h 273"/>
                <a:gd name="T98" fmla="*/ 178 w 226"/>
                <a:gd name="T99" fmla="*/ 261 h 273"/>
                <a:gd name="T100" fmla="*/ 136 w 226"/>
                <a:gd name="T101" fmla="*/ 271 h 273"/>
                <a:gd name="T102" fmla="*/ 113 w 226"/>
                <a:gd name="T103" fmla="*/ 27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26" h="273">
                  <a:moveTo>
                    <a:pt x="113" y="273"/>
                  </a:moveTo>
                  <a:lnTo>
                    <a:pt x="113" y="273"/>
                  </a:lnTo>
                  <a:lnTo>
                    <a:pt x="82" y="271"/>
                  </a:lnTo>
                  <a:lnTo>
                    <a:pt x="68" y="270"/>
                  </a:lnTo>
                  <a:lnTo>
                    <a:pt x="54" y="266"/>
                  </a:lnTo>
                  <a:lnTo>
                    <a:pt x="39" y="262"/>
                  </a:lnTo>
                  <a:lnTo>
                    <a:pt x="27" y="255"/>
                  </a:lnTo>
                  <a:lnTo>
                    <a:pt x="12" y="246"/>
                  </a:lnTo>
                  <a:lnTo>
                    <a:pt x="0" y="235"/>
                  </a:lnTo>
                  <a:lnTo>
                    <a:pt x="43" y="190"/>
                  </a:lnTo>
                  <a:lnTo>
                    <a:pt x="43" y="190"/>
                  </a:lnTo>
                  <a:lnTo>
                    <a:pt x="52" y="199"/>
                  </a:lnTo>
                  <a:lnTo>
                    <a:pt x="61" y="205"/>
                  </a:lnTo>
                  <a:lnTo>
                    <a:pt x="70" y="208"/>
                  </a:lnTo>
                  <a:lnTo>
                    <a:pt x="79" y="212"/>
                  </a:lnTo>
                  <a:lnTo>
                    <a:pt x="99" y="216"/>
                  </a:lnTo>
                  <a:lnTo>
                    <a:pt x="115" y="216"/>
                  </a:lnTo>
                  <a:lnTo>
                    <a:pt x="115" y="216"/>
                  </a:lnTo>
                  <a:lnTo>
                    <a:pt x="131" y="216"/>
                  </a:lnTo>
                  <a:lnTo>
                    <a:pt x="140" y="214"/>
                  </a:lnTo>
                  <a:lnTo>
                    <a:pt x="147" y="210"/>
                  </a:lnTo>
                  <a:lnTo>
                    <a:pt x="153" y="207"/>
                  </a:lnTo>
                  <a:lnTo>
                    <a:pt x="158" y="201"/>
                  </a:lnTo>
                  <a:lnTo>
                    <a:pt x="160" y="196"/>
                  </a:lnTo>
                  <a:lnTo>
                    <a:pt x="162" y="189"/>
                  </a:lnTo>
                  <a:lnTo>
                    <a:pt x="162" y="189"/>
                  </a:lnTo>
                  <a:lnTo>
                    <a:pt x="160" y="180"/>
                  </a:lnTo>
                  <a:lnTo>
                    <a:pt x="156" y="173"/>
                  </a:lnTo>
                  <a:lnTo>
                    <a:pt x="153" y="169"/>
                  </a:lnTo>
                  <a:lnTo>
                    <a:pt x="147" y="167"/>
                  </a:lnTo>
                  <a:lnTo>
                    <a:pt x="133" y="164"/>
                  </a:lnTo>
                  <a:lnTo>
                    <a:pt x="90" y="160"/>
                  </a:lnTo>
                  <a:lnTo>
                    <a:pt x="90" y="160"/>
                  </a:lnTo>
                  <a:lnTo>
                    <a:pt x="74" y="158"/>
                  </a:lnTo>
                  <a:lnTo>
                    <a:pt x="59" y="153"/>
                  </a:lnTo>
                  <a:lnTo>
                    <a:pt x="45" y="147"/>
                  </a:lnTo>
                  <a:lnTo>
                    <a:pt x="34" y="140"/>
                  </a:lnTo>
                  <a:lnTo>
                    <a:pt x="25" y="129"/>
                  </a:lnTo>
                  <a:lnTo>
                    <a:pt x="20" y="117"/>
                  </a:lnTo>
                  <a:lnTo>
                    <a:pt x="14" y="102"/>
                  </a:lnTo>
                  <a:lnTo>
                    <a:pt x="14" y="84"/>
                  </a:lnTo>
                  <a:lnTo>
                    <a:pt x="14" y="84"/>
                  </a:lnTo>
                  <a:lnTo>
                    <a:pt x="14" y="75"/>
                  </a:lnTo>
                  <a:lnTo>
                    <a:pt x="16" y="67"/>
                  </a:lnTo>
                  <a:lnTo>
                    <a:pt x="18" y="58"/>
                  </a:lnTo>
                  <a:lnTo>
                    <a:pt x="21" y="49"/>
                  </a:lnTo>
                  <a:lnTo>
                    <a:pt x="32" y="34"/>
                  </a:lnTo>
                  <a:lnTo>
                    <a:pt x="45" y="22"/>
                  </a:lnTo>
                  <a:lnTo>
                    <a:pt x="61" y="13"/>
                  </a:lnTo>
                  <a:lnTo>
                    <a:pt x="77" y="5"/>
                  </a:lnTo>
                  <a:lnTo>
                    <a:pt x="97" y="2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47" y="2"/>
                  </a:lnTo>
                  <a:lnTo>
                    <a:pt x="160" y="4"/>
                  </a:lnTo>
                  <a:lnTo>
                    <a:pt x="174" y="7"/>
                  </a:lnTo>
                  <a:lnTo>
                    <a:pt x="187" y="11"/>
                  </a:lnTo>
                  <a:lnTo>
                    <a:pt x="197" y="16"/>
                  </a:lnTo>
                  <a:lnTo>
                    <a:pt x="208" y="23"/>
                  </a:lnTo>
                  <a:lnTo>
                    <a:pt x="219" y="32"/>
                  </a:lnTo>
                  <a:lnTo>
                    <a:pt x="178" y="74"/>
                  </a:lnTo>
                  <a:lnTo>
                    <a:pt x="178" y="74"/>
                  </a:lnTo>
                  <a:lnTo>
                    <a:pt x="171" y="68"/>
                  </a:lnTo>
                  <a:lnTo>
                    <a:pt x="165" y="65"/>
                  </a:lnTo>
                  <a:lnTo>
                    <a:pt x="149" y="59"/>
                  </a:lnTo>
                  <a:lnTo>
                    <a:pt x="133" y="56"/>
                  </a:lnTo>
                  <a:lnTo>
                    <a:pt x="115" y="56"/>
                  </a:lnTo>
                  <a:lnTo>
                    <a:pt x="115" y="56"/>
                  </a:lnTo>
                  <a:lnTo>
                    <a:pt x="106" y="56"/>
                  </a:lnTo>
                  <a:lnTo>
                    <a:pt x="99" y="58"/>
                  </a:lnTo>
                  <a:lnTo>
                    <a:pt x="91" y="59"/>
                  </a:lnTo>
                  <a:lnTo>
                    <a:pt x="86" y="63"/>
                  </a:lnTo>
                  <a:lnTo>
                    <a:pt x="82" y="67"/>
                  </a:lnTo>
                  <a:lnTo>
                    <a:pt x="81" y="72"/>
                  </a:lnTo>
                  <a:lnTo>
                    <a:pt x="79" y="75"/>
                  </a:lnTo>
                  <a:lnTo>
                    <a:pt x="77" y="81"/>
                  </a:lnTo>
                  <a:lnTo>
                    <a:pt x="77" y="81"/>
                  </a:lnTo>
                  <a:lnTo>
                    <a:pt x="79" y="90"/>
                  </a:lnTo>
                  <a:lnTo>
                    <a:pt x="84" y="97"/>
                  </a:lnTo>
                  <a:lnTo>
                    <a:pt x="93" y="101"/>
                  </a:lnTo>
                  <a:lnTo>
                    <a:pt x="106" y="104"/>
                  </a:lnTo>
                  <a:lnTo>
                    <a:pt x="147" y="108"/>
                  </a:lnTo>
                  <a:lnTo>
                    <a:pt x="147" y="108"/>
                  </a:lnTo>
                  <a:lnTo>
                    <a:pt x="165" y="111"/>
                  </a:lnTo>
                  <a:lnTo>
                    <a:pt x="181" y="115"/>
                  </a:lnTo>
                  <a:lnTo>
                    <a:pt x="196" y="122"/>
                  </a:lnTo>
                  <a:lnTo>
                    <a:pt x="206" y="131"/>
                  </a:lnTo>
                  <a:lnTo>
                    <a:pt x="215" y="142"/>
                  </a:lnTo>
                  <a:lnTo>
                    <a:pt x="221" y="156"/>
                  </a:lnTo>
                  <a:lnTo>
                    <a:pt x="226" y="171"/>
                  </a:lnTo>
                  <a:lnTo>
                    <a:pt x="226" y="187"/>
                  </a:lnTo>
                  <a:lnTo>
                    <a:pt x="226" y="187"/>
                  </a:lnTo>
                  <a:lnTo>
                    <a:pt x="226" y="198"/>
                  </a:lnTo>
                  <a:lnTo>
                    <a:pt x="224" y="207"/>
                  </a:lnTo>
                  <a:lnTo>
                    <a:pt x="221" y="216"/>
                  </a:lnTo>
                  <a:lnTo>
                    <a:pt x="217" y="225"/>
                  </a:lnTo>
                  <a:lnTo>
                    <a:pt x="214" y="232"/>
                  </a:lnTo>
                  <a:lnTo>
                    <a:pt x="208" y="239"/>
                  </a:lnTo>
                  <a:lnTo>
                    <a:pt x="194" y="252"/>
                  </a:lnTo>
                  <a:lnTo>
                    <a:pt x="178" y="261"/>
                  </a:lnTo>
                  <a:lnTo>
                    <a:pt x="158" y="268"/>
                  </a:lnTo>
                  <a:lnTo>
                    <a:pt x="136" y="271"/>
                  </a:lnTo>
                  <a:lnTo>
                    <a:pt x="113" y="273"/>
                  </a:lnTo>
                  <a:lnTo>
                    <a:pt x="113" y="27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1" name="Freeform 160"/>
            <p:cNvSpPr>
              <a:spLocks/>
            </p:cNvSpPr>
            <p:nvPr/>
          </p:nvSpPr>
          <p:spPr bwMode="auto">
            <a:xfrm>
              <a:off x="7334251" y="3878263"/>
              <a:ext cx="163513" cy="215900"/>
            </a:xfrm>
            <a:custGeom>
              <a:avLst/>
              <a:gdLst>
                <a:gd name="T0" fmla="*/ 119 w 207"/>
                <a:gd name="T1" fmla="*/ 273 h 273"/>
                <a:gd name="T2" fmla="*/ 78 w 207"/>
                <a:gd name="T3" fmla="*/ 268 h 273"/>
                <a:gd name="T4" fmla="*/ 58 w 207"/>
                <a:gd name="T5" fmla="*/ 259 h 273"/>
                <a:gd name="T6" fmla="*/ 40 w 207"/>
                <a:gd name="T7" fmla="*/ 246 h 273"/>
                <a:gd name="T8" fmla="*/ 24 w 207"/>
                <a:gd name="T9" fmla="*/ 226 h 273"/>
                <a:gd name="T10" fmla="*/ 11 w 207"/>
                <a:gd name="T11" fmla="*/ 203 h 273"/>
                <a:gd name="T12" fmla="*/ 4 w 207"/>
                <a:gd name="T13" fmla="*/ 174 h 273"/>
                <a:gd name="T14" fmla="*/ 0 w 207"/>
                <a:gd name="T15" fmla="*/ 137 h 273"/>
                <a:gd name="T16" fmla="*/ 0 w 207"/>
                <a:gd name="T17" fmla="*/ 117 h 273"/>
                <a:gd name="T18" fmla="*/ 8 w 207"/>
                <a:gd name="T19" fmla="*/ 84 h 273"/>
                <a:gd name="T20" fmla="*/ 16 w 207"/>
                <a:gd name="T21" fmla="*/ 58 h 273"/>
                <a:gd name="T22" fmla="*/ 31 w 207"/>
                <a:gd name="T23" fmla="*/ 36 h 273"/>
                <a:gd name="T24" fmla="*/ 49 w 207"/>
                <a:gd name="T25" fmla="*/ 22 h 273"/>
                <a:gd name="T26" fmla="*/ 69 w 207"/>
                <a:gd name="T27" fmla="*/ 11 h 273"/>
                <a:gd name="T28" fmla="*/ 99 w 207"/>
                <a:gd name="T29" fmla="*/ 2 h 273"/>
                <a:gd name="T30" fmla="*/ 119 w 207"/>
                <a:gd name="T31" fmla="*/ 0 h 273"/>
                <a:gd name="T32" fmla="*/ 146 w 207"/>
                <a:gd name="T33" fmla="*/ 2 h 273"/>
                <a:gd name="T34" fmla="*/ 169 w 207"/>
                <a:gd name="T35" fmla="*/ 9 h 273"/>
                <a:gd name="T36" fmla="*/ 189 w 207"/>
                <a:gd name="T37" fmla="*/ 20 h 273"/>
                <a:gd name="T38" fmla="*/ 207 w 207"/>
                <a:gd name="T39" fmla="*/ 36 h 273"/>
                <a:gd name="T40" fmla="*/ 162 w 207"/>
                <a:gd name="T41" fmla="*/ 81 h 273"/>
                <a:gd name="T42" fmla="*/ 142 w 207"/>
                <a:gd name="T43" fmla="*/ 65 h 273"/>
                <a:gd name="T44" fmla="*/ 119 w 207"/>
                <a:gd name="T45" fmla="*/ 59 h 273"/>
                <a:gd name="T46" fmla="*/ 108 w 207"/>
                <a:gd name="T47" fmla="*/ 61 h 273"/>
                <a:gd name="T48" fmla="*/ 90 w 207"/>
                <a:gd name="T49" fmla="*/ 70 h 273"/>
                <a:gd name="T50" fmla="*/ 81 w 207"/>
                <a:gd name="T51" fmla="*/ 77 h 273"/>
                <a:gd name="T52" fmla="*/ 70 w 207"/>
                <a:gd name="T53" fmla="*/ 101 h 273"/>
                <a:gd name="T54" fmla="*/ 67 w 207"/>
                <a:gd name="T55" fmla="*/ 137 h 273"/>
                <a:gd name="T56" fmla="*/ 67 w 207"/>
                <a:gd name="T57" fmla="*/ 156 h 273"/>
                <a:gd name="T58" fmla="*/ 76 w 207"/>
                <a:gd name="T59" fmla="*/ 185 h 273"/>
                <a:gd name="T60" fmla="*/ 81 w 207"/>
                <a:gd name="T61" fmla="*/ 196 h 273"/>
                <a:gd name="T62" fmla="*/ 99 w 207"/>
                <a:gd name="T63" fmla="*/ 208 h 273"/>
                <a:gd name="T64" fmla="*/ 119 w 207"/>
                <a:gd name="T65" fmla="*/ 214 h 273"/>
                <a:gd name="T66" fmla="*/ 131 w 207"/>
                <a:gd name="T67" fmla="*/ 212 h 273"/>
                <a:gd name="T68" fmla="*/ 153 w 207"/>
                <a:gd name="T69" fmla="*/ 201 h 273"/>
                <a:gd name="T70" fmla="*/ 207 w 207"/>
                <a:gd name="T71" fmla="*/ 237 h 273"/>
                <a:gd name="T72" fmla="*/ 198 w 207"/>
                <a:gd name="T73" fmla="*/ 246 h 273"/>
                <a:gd name="T74" fmla="*/ 180 w 207"/>
                <a:gd name="T75" fmla="*/ 259 h 273"/>
                <a:gd name="T76" fmla="*/ 157 w 207"/>
                <a:gd name="T77" fmla="*/ 268 h 273"/>
                <a:gd name="T78" fmla="*/ 133 w 207"/>
                <a:gd name="T79" fmla="*/ 273 h 273"/>
                <a:gd name="T80" fmla="*/ 119 w 207"/>
                <a:gd name="T81" fmla="*/ 27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207" h="273">
                  <a:moveTo>
                    <a:pt x="119" y="273"/>
                  </a:moveTo>
                  <a:lnTo>
                    <a:pt x="119" y="273"/>
                  </a:lnTo>
                  <a:lnTo>
                    <a:pt x="99" y="271"/>
                  </a:lnTo>
                  <a:lnTo>
                    <a:pt x="78" y="268"/>
                  </a:lnTo>
                  <a:lnTo>
                    <a:pt x="69" y="264"/>
                  </a:lnTo>
                  <a:lnTo>
                    <a:pt x="58" y="259"/>
                  </a:lnTo>
                  <a:lnTo>
                    <a:pt x="49" y="253"/>
                  </a:lnTo>
                  <a:lnTo>
                    <a:pt x="40" y="246"/>
                  </a:lnTo>
                  <a:lnTo>
                    <a:pt x="31" y="237"/>
                  </a:lnTo>
                  <a:lnTo>
                    <a:pt x="24" y="226"/>
                  </a:lnTo>
                  <a:lnTo>
                    <a:pt x="16" y="216"/>
                  </a:lnTo>
                  <a:lnTo>
                    <a:pt x="11" y="203"/>
                  </a:lnTo>
                  <a:lnTo>
                    <a:pt x="8" y="189"/>
                  </a:lnTo>
                  <a:lnTo>
                    <a:pt x="4" y="174"/>
                  </a:lnTo>
                  <a:lnTo>
                    <a:pt x="0" y="156"/>
                  </a:lnTo>
                  <a:lnTo>
                    <a:pt x="0" y="137"/>
                  </a:lnTo>
                  <a:lnTo>
                    <a:pt x="0" y="137"/>
                  </a:lnTo>
                  <a:lnTo>
                    <a:pt x="0" y="117"/>
                  </a:lnTo>
                  <a:lnTo>
                    <a:pt x="4" y="99"/>
                  </a:lnTo>
                  <a:lnTo>
                    <a:pt x="8" y="84"/>
                  </a:lnTo>
                  <a:lnTo>
                    <a:pt x="11" y="70"/>
                  </a:lnTo>
                  <a:lnTo>
                    <a:pt x="16" y="58"/>
                  </a:lnTo>
                  <a:lnTo>
                    <a:pt x="24" y="47"/>
                  </a:lnTo>
                  <a:lnTo>
                    <a:pt x="31" y="36"/>
                  </a:lnTo>
                  <a:lnTo>
                    <a:pt x="40" y="29"/>
                  </a:lnTo>
                  <a:lnTo>
                    <a:pt x="49" y="22"/>
                  </a:lnTo>
                  <a:lnTo>
                    <a:pt x="58" y="14"/>
                  </a:lnTo>
                  <a:lnTo>
                    <a:pt x="69" y="11"/>
                  </a:lnTo>
                  <a:lnTo>
                    <a:pt x="78" y="7"/>
                  </a:lnTo>
                  <a:lnTo>
                    <a:pt x="99" y="2"/>
                  </a:lnTo>
                  <a:lnTo>
                    <a:pt x="119" y="0"/>
                  </a:lnTo>
                  <a:lnTo>
                    <a:pt x="119" y="0"/>
                  </a:lnTo>
                  <a:lnTo>
                    <a:pt x="133" y="0"/>
                  </a:lnTo>
                  <a:lnTo>
                    <a:pt x="146" y="2"/>
                  </a:lnTo>
                  <a:lnTo>
                    <a:pt x="157" y="5"/>
                  </a:lnTo>
                  <a:lnTo>
                    <a:pt x="169" y="9"/>
                  </a:lnTo>
                  <a:lnTo>
                    <a:pt x="180" y="14"/>
                  </a:lnTo>
                  <a:lnTo>
                    <a:pt x="189" y="20"/>
                  </a:lnTo>
                  <a:lnTo>
                    <a:pt x="198" y="27"/>
                  </a:lnTo>
                  <a:lnTo>
                    <a:pt x="207" y="36"/>
                  </a:lnTo>
                  <a:lnTo>
                    <a:pt x="162" y="81"/>
                  </a:lnTo>
                  <a:lnTo>
                    <a:pt x="162" y="81"/>
                  </a:lnTo>
                  <a:lnTo>
                    <a:pt x="153" y="72"/>
                  </a:lnTo>
                  <a:lnTo>
                    <a:pt x="142" y="65"/>
                  </a:lnTo>
                  <a:lnTo>
                    <a:pt x="131" y="61"/>
                  </a:lnTo>
                  <a:lnTo>
                    <a:pt x="119" y="59"/>
                  </a:lnTo>
                  <a:lnTo>
                    <a:pt x="119" y="59"/>
                  </a:lnTo>
                  <a:lnTo>
                    <a:pt x="108" y="61"/>
                  </a:lnTo>
                  <a:lnTo>
                    <a:pt x="99" y="65"/>
                  </a:lnTo>
                  <a:lnTo>
                    <a:pt x="90" y="70"/>
                  </a:lnTo>
                  <a:lnTo>
                    <a:pt x="81" y="77"/>
                  </a:lnTo>
                  <a:lnTo>
                    <a:pt x="81" y="77"/>
                  </a:lnTo>
                  <a:lnTo>
                    <a:pt x="76" y="88"/>
                  </a:lnTo>
                  <a:lnTo>
                    <a:pt x="70" y="101"/>
                  </a:lnTo>
                  <a:lnTo>
                    <a:pt x="67" y="117"/>
                  </a:lnTo>
                  <a:lnTo>
                    <a:pt x="67" y="137"/>
                  </a:lnTo>
                  <a:lnTo>
                    <a:pt x="67" y="137"/>
                  </a:lnTo>
                  <a:lnTo>
                    <a:pt x="67" y="156"/>
                  </a:lnTo>
                  <a:lnTo>
                    <a:pt x="70" y="173"/>
                  </a:lnTo>
                  <a:lnTo>
                    <a:pt x="76" y="185"/>
                  </a:lnTo>
                  <a:lnTo>
                    <a:pt x="81" y="196"/>
                  </a:lnTo>
                  <a:lnTo>
                    <a:pt x="81" y="196"/>
                  </a:lnTo>
                  <a:lnTo>
                    <a:pt x="90" y="203"/>
                  </a:lnTo>
                  <a:lnTo>
                    <a:pt x="99" y="208"/>
                  </a:lnTo>
                  <a:lnTo>
                    <a:pt x="108" y="212"/>
                  </a:lnTo>
                  <a:lnTo>
                    <a:pt x="119" y="214"/>
                  </a:lnTo>
                  <a:lnTo>
                    <a:pt x="119" y="214"/>
                  </a:lnTo>
                  <a:lnTo>
                    <a:pt x="131" y="212"/>
                  </a:lnTo>
                  <a:lnTo>
                    <a:pt x="142" y="208"/>
                  </a:lnTo>
                  <a:lnTo>
                    <a:pt x="153" y="201"/>
                  </a:lnTo>
                  <a:lnTo>
                    <a:pt x="162" y="192"/>
                  </a:lnTo>
                  <a:lnTo>
                    <a:pt x="207" y="237"/>
                  </a:lnTo>
                  <a:lnTo>
                    <a:pt x="207" y="237"/>
                  </a:lnTo>
                  <a:lnTo>
                    <a:pt x="198" y="246"/>
                  </a:lnTo>
                  <a:lnTo>
                    <a:pt x="189" y="253"/>
                  </a:lnTo>
                  <a:lnTo>
                    <a:pt x="180" y="259"/>
                  </a:lnTo>
                  <a:lnTo>
                    <a:pt x="169" y="264"/>
                  </a:lnTo>
                  <a:lnTo>
                    <a:pt x="157" y="268"/>
                  </a:lnTo>
                  <a:lnTo>
                    <a:pt x="146" y="271"/>
                  </a:lnTo>
                  <a:lnTo>
                    <a:pt x="133" y="273"/>
                  </a:lnTo>
                  <a:lnTo>
                    <a:pt x="119" y="273"/>
                  </a:lnTo>
                  <a:lnTo>
                    <a:pt x="119" y="27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2" name="Rectangle 161"/>
            <p:cNvSpPr>
              <a:spLocks noChangeArrowheads="1"/>
            </p:cNvSpPr>
            <p:nvPr/>
          </p:nvSpPr>
          <p:spPr bwMode="auto">
            <a:xfrm>
              <a:off x="7537451" y="4032250"/>
              <a:ext cx="60325" cy="58738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3" name="Freeform 162"/>
            <p:cNvSpPr>
              <a:spLocks/>
            </p:cNvSpPr>
            <p:nvPr/>
          </p:nvSpPr>
          <p:spPr bwMode="auto">
            <a:xfrm>
              <a:off x="7634288" y="3878263"/>
              <a:ext cx="179388" cy="215900"/>
            </a:xfrm>
            <a:custGeom>
              <a:avLst/>
              <a:gdLst>
                <a:gd name="T0" fmla="*/ 114 w 227"/>
                <a:gd name="T1" fmla="*/ 273 h 273"/>
                <a:gd name="T2" fmla="*/ 69 w 227"/>
                <a:gd name="T3" fmla="*/ 270 h 273"/>
                <a:gd name="T4" fmla="*/ 40 w 227"/>
                <a:gd name="T5" fmla="*/ 262 h 273"/>
                <a:gd name="T6" fmla="*/ 13 w 227"/>
                <a:gd name="T7" fmla="*/ 246 h 273"/>
                <a:gd name="T8" fmla="*/ 43 w 227"/>
                <a:gd name="T9" fmla="*/ 190 h 273"/>
                <a:gd name="T10" fmla="*/ 52 w 227"/>
                <a:gd name="T11" fmla="*/ 199 h 273"/>
                <a:gd name="T12" fmla="*/ 70 w 227"/>
                <a:gd name="T13" fmla="*/ 208 h 273"/>
                <a:gd name="T14" fmla="*/ 97 w 227"/>
                <a:gd name="T15" fmla="*/ 216 h 273"/>
                <a:gd name="T16" fmla="*/ 115 w 227"/>
                <a:gd name="T17" fmla="*/ 216 h 273"/>
                <a:gd name="T18" fmla="*/ 140 w 227"/>
                <a:gd name="T19" fmla="*/ 214 h 273"/>
                <a:gd name="T20" fmla="*/ 153 w 227"/>
                <a:gd name="T21" fmla="*/ 207 h 273"/>
                <a:gd name="T22" fmla="*/ 160 w 227"/>
                <a:gd name="T23" fmla="*/ 196 h 273"/>
                <a:gd name="T24" fmla="*/ 162 w 227"/>
                <a:gd name="T25" fmla="*/ 189 h 273"/>
                <a:gd name="T26" fmla="*/ 157 w 227"/>
                <a:gd name="T27" fmla="*/ 173 h 273"/>
                <a:gd name="T28" fmla="*/ 148 w 227"/>
                <a:gd name="T29" fmla="*/ 167 h 273"/>
                <a:gd name="T30" fmla="*/ 90 w 227"/>
                <a:gd name="T31" fmla="*/ 160 h 273"/>
                <a:gd name="T32" fmla="*/ 74 w 227"/>
                <a:gd name="T33" fmla="*/ 158 h 273"/>
                <a:gd name="T34" fmla="*/ 45 w 227"/>
                <a:gd name="T35" fmla="*/ 147 h 273"/>
                <a:gd name="T36" fmla="*/ 26 w 227"/>
                <a:gd name="T37" fmla="*/ 129 h 273"/>
                <a:gd name="T38" fmla="*/ 15 w 227"/>
                <a:gd name="T39" fmla="*/ 102 h 273"/>
                <a:gd name="T40" fmla="*/ 15 w 227"/>
                <a:gd name="T41" fmla="*/ 84 h 273"/>
                <a:gd name="T42" fmla="*/ 17 w 227"/>
                <a:gd name="T43" fmla="*/ 67 h 273"/>
                <a:gd name="T44" fmla="*/ 22 w 227"/>
                <a:gd name="T45" fmla="*/ 49 h 273"/>
                <a:gd name="T46" fmla="*/ 45 w 227"/>
                <a:gd name="T47" fmla="*/ 22 h 273"/>
                <a:gd name="T48" fmla="*/ 78 w 227"/>
                <a:gd name="T49" fmla="*/ 5 h 273"/>
                <a:gd name="T50" fmla="*/ 117 w 227"/>
                <a:gd name="T51" fmla="*/ 0 h 273"/>
                <a:gd name="T52" fmla="*/ 148 w 227"/>
                <a:gd name="T53" fmla="*/ 2 h 273"/>
                <a:gd name="T54" fmla="*/ 175 w 227"/>
                <a:gd name="T55" fmla="*/ 7 h 273"/>
                <a:gd name="T56" fmla="*/ 198 w 227"/>
                <a:gd name="T57" fmla="*/ 16 h 273"/>
                <a:gd name="T58" fmla="*/ 220 w 227"/>
                <a:gd name="T59" fmla="*/ 32 h 273"/>
                <a:gd name="T60" fmla="*/ 178 w 227"/>
                <a:gd name="T61" fmla="*/ 74 h 273"/>
                <a:gd name="T62" fmla="*/ 166 w 227"/>
                <a:gd name="T63" fmla="*/ 65 h 273"/>
                <a:gd name="T64" fmla="*/ 133 w 227"/>
                <a:gd name="T65" fmla="*/ 56 h 273"/>
                <a:gd name="T66" fmla="*/ 115 w 227"/>
                <a:gd name="T67" fmla="*/ 56 h 273"/>
                <a:gd name="T68" fmla="*/ 99 w 227"/>
                <a:gd name="T69" fmla="*/ 58 h 273"/>
                <a:gd name="T70" fmla="*/ 87 w 227"/>
                <a:gd name="T71" fmla="*/ 63 h 273"/>
                <a:gd name="T72" fmla="*/ 79 w 227"/>
                <a:gd name="T73" fmla="*/ 72 h 273"/>
                <a:gd name="T74" fmla="*/ 78 w 227"/>
                <a:gd name="T75" fmla="*/ 81 h 273"/>
                <a:gd name="T76" fmla="*/ 79 w 227"/>
                <a:gd name="T77" fmla="*/ 90 h 273"/>
                <a:gd name="T78" fmla="*/ 94 w 227"/>
                <a:gd name="T79" fmla="*/ 101 h 273"/>
                <a:gd name="T80" fmla="*/ 148 w 227"/>
                <a:gd name="T81" fmla="*/ 108 h 273"/>
                <a:gd name="T82" fmla="*/ 166 w 227"/>
                <a:gd name="T83" fmla="*/ 111 h 273"/>
                <a:gd name="T84" fmla="*/ 196 w 227"/>
                <a:gd name="T85" fmla="*/ 122 h 273"/>
                <a:gd name="T86" fmla="*/ 216 w 227"/>
                <a:gd name="T87" fmla="*/ 142 h 273"/>
                <a:gd name="T88" fmla="*/ 227 w 227"/>
                <a:gd name="T89" fmla="*/ 171 h 273"/>
                <a:gd name="T90" fmla="*/ 227 w 227"/>
                <a:gd name="T91" fmla="*/ 187 h 273"/>
                <a:gd name="T92" fmla="*/ 225 w 227"/>
                <a:gd name="T93" fmla="*/ 207 h 273"/>
                <a:gd name="T94" fmla="*/ 218 w 227"/>
                <a:gd name="T95" fmla="*/ 225 h 273"/>
                <a:gd name="T96" fmla="*/ 209 w 227"/>
                <a:gd name="T97" fmla="*/ 239 h 273"/>
                <a:gd name="T98" fmla="*/ 178 w 227"/>
                <a:gd name="T99" fmla="*/ 261 h 273"/>
                <a:gd name="T100" fmla="*/ 137 w 227"/>
                <a:gd name="T101" fmla="*/ 271 h 273"/>
                <a:gd name="T102" fmla="*/ 114 w 227"/>
                <a:gd name="T103" fmla="*/ 27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27" h="273">
                  <a:moveTo>
                    <a:pt x="114" y="273"/>
                  </a:moveTo>
                  <a:lnTo>
                    <a:pt x="114" y="273"/>
                  </a:lnTo>
                  <a:lnTo>
                    <a:pt x="83" y="271"/>
                  </a:lnTo>
                  <a:lnTo>
                    <a:pt x="69" y="270"/>
                  </a:lnTo>
                  <a:lnTo>
                    <a:pt x="54" y="266"/>
                  </a:lnTo>
                  <a:lnTo>
                    <a:pt x="40" y="262"/>
                  </a:lnTo>
                  <a:lnTo>
                    <a:pt x="27" y="255"/>
                  </a:lnTo>
                  <a:lnTo>
                    <a:pt x="13" y="246"/>
                  </a:lnTo>
                  <a:lnTo>
                    <a:pt x="0" y="235"/>
                  </a:lnTo>
                  <a:lnTo>
                    <a:pt x="43" y="190"/>
                  </a:lnTo>
                  <a:lnTo>
                    <a:pt x="43" y="190"/>
                  </a:lnTo>
                  <a:lnTo>
                    <a:pt x="52" y="199"/>
                  </a:lnTo>
                  <a:lnTo>
                    <a:pt x="61" y="205"/>
                  </a:lnTo>
                  <a:lnTo>
                    <a:pt x="70" y="208"/>
                  </a:lnTo>
                  <a:lnTo>
                    <a:pt x="79" y="212"/>
                  </a:lnTo>
                  <a:lnTo>
                    <a:pt x="97" y="216"/>
                  </a:lnTo>
                  <a:lnTo>
                    <a:pt x="115" y="216"/>
                  </a:lnTo>
                  <a:lnTo>
                    <a:pt x="115" y="216"/>
                  </a:lnTo>
                  <a:lnTo>
                    <a:pt x="132" y="216"/>
                  </a:lnTo>
                  <a:lnTo>
                    <a:pt x="140" y="214"/>
                  </a:lnTo>
                  <a:lnTo>
                    <a:pt x="148" y="210"/>
                  </a:lnTo>
                  <a:lnTo>
                    <a:pt x="153" y="207"/>
                  </a:lnTo>
                  <a:lnTo>
                    <a:pt x="158" y="201"/>
                  </a:lnTo>
                  <a:lnTo>
                    <a:pt x="160" y="196"/>
                  </a:lnTo>
                  <a:lnTo>
                    <a:pt x="162" y="189"/>
                  </a:lnTo>
                  <a:lnTo>
                    <a:pt x="162" y="189"/>
                  </a:lnTo>
                  <a:lnTo>
                    <a:pt x="160" y="180"/>
                  </a:lnTo>
                  <a:lnTo>
                    <a:pt x="157" y="173"/>
                  </a:lnTo>
                  <a:lnTo>
                    <a:pt x="153" y="169"/>
                  </a:lnTo>
                  <a:lnTo>
                    <a:pt x="148" y="167"/>
                  </a:lnTo>
                  <a:lnTo>
                    <a:pt x="133" y="164"/>
                  </a:lnTo>
                  <a:lnTo>
                    <a:pt x="90" y="160"/>
                  </a:lnTo>
                  <a:lnTo>
                    <a:pt x="90" y="160"/>
                  </a:lnTo>
                  <a:lnTo>
                    <a:pt x="74" y="158"/>
                  </a:lnTo>
                  <a:lnTo>
                    <a:pt x="60" y="153"/>
                  </a:lnTo>
                  <a:lnTo>
                    <a:pt x="45" y="147"/>
                  </a:lnTo>
                  <a:lnTo>
                    <a:pt x="34" y="140"/>
                  </a:lnTo>
                  <a:lnTo>
                    <a:pt x="26" y="129"/>
                  </a:lnTo>
                  <a:lnTo>
                    <a:pt x="20" y="117"/>
                  </a:lnTo>
                  <a:lnTo>
                    <a:pt x="15" y="102"/>
                  </a:lnTo>
                  <a:lnTo>
                    <a:pt x="15" y="84"/>
                  </a:lnTo>
                  <a:lnTo>
                    <a:pt x="15" y="84"/>
                  </a:lnTo>
                  <a:lnTo>
                    <a:pt x="15" y="75"/>
                  </a:lnTo>
                  <a:lnTo>
                    <a:pt x="17" y="67"/>
                  </a:lnTo>
                  <a:lnTo>
                    <a:pt x="18" y="58"/>
                  </a:lnTo>
                  <a:lnTo>
                    <a:pt x="22" y="49"/>
                  </a:lnTo>
                  <a:lnTo>
                    <a:pt x="33" y="34"/>
                  </a:lnTo>
                  <a:lnTo>
                    <a:pt x="45" y="22"/>
                  </a:lnTo>
                  <a:lnTo>
                    <a:pt x="61" y="13"/>
                  </a:lnTo>
                  <a:lnTo>
                    <a:pt x="78" y="5"/>
                  </a:lnTo>
                  <a:lnTo>
                    <a:pt x="97" y="2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48" y="2"/>
                  </a:lnTo>
                  <a:lnTo>
                    <a:pt x="160" y="4"/>
                  </a:lnTo>
                  <a:lnTo>
                    <a:pt x="175" y="7"/>
                  </a:lnTo>
                  <a:lnTo>
                    <a:pt x="187" y="11"/>
                  </a:lnTo>
                  <a:lnTo>
                    <a:pt x="198" y="16"/>
                  </a:lnTo>
                  <a:lnTo>
                    <a:pt x="209" y="23"/>
                  </a:lnTo>
                  <a:lnTo>
                    <a:pt x="220" y="32"/>
                  </a:lnTo>
                  <a:lnTo>
                    <a:pt x="178" y="74"/>
                  </a:lnTo>
                  <a:lnTo>
                    <a:pt x="178" y="74"/>
                  </a:lnTo>
                  <a:lnTo>
                    <a:pt x="171" y="68"/>
                  </a:lnTo>
                  <a:lnTo>
                    <a:pt x="166" y="65"/>
                  </a:lnTo>
                  <a:lnTo>
                    <a:pt x="149" y="59"/>
                  </a:lnTo>
                  <a:lnTo>
                    <a:pt x="133" y="56"/>
                  </a:lnTo>
                  <a:lnTo>
                    <a:pt x="115" y="56"/>
                  </a:lnTo>
                  <a:lnTo>
                    <a:pt x="115" y="56"/>
                  </a:lnTo>
                  <a:lnTo>
                    <a:pt x="106" y="56"/>
                  </a:lnTo>
                  <a:lnTo>
                    <a:pt x="99" y="58"/>
                  </a:lnTo>
                  <a:lnTo>
                    <a:pt x="92" y="59"/>
                  </a:lnTo>
                  <a:lnTo>
                    <a:pt x="87" y="63"/>
                  </a:lnTo>
                  <a:lnTo>
                    <a:pt x="83" y="67"/>
                  </a:lnTo>
                  <a:lnTo>
                    <a:pt x="79" y="72"/>
                  </a:lnTo>
                  <a:lnTo>
                    <a:pt x="79" y="75"/>
                  </a:lnTo>
                  <a:lnTo>
                    <a:pt x="78" y="81"/>
                  </a:lnTo>
                  <a:lnTo>
                    <a:pt x="78" y="81"/>
                  </a:lnTo>
                  <a:lnTo>
                    <a:pt x="79" y="90"/>
                  </a:lnTo>
                  <a:lnTo>
                    <a:pt x="85" y="97"/>
                  </a:lnTo>
                  <a:lnTo>
                    <a:pt x="94" y="101"/>
                  </a:lnTo>
                  <a:lnTo>
                    <a:pt x="106" y="104"/>
                  </a:lnTo>
                  <a:lnTo>
                    <a:pt x="148" y="108"/>
                  </a:lnTo>
                  <a:lnTo>
                    <a:pt x="148" y="108"/>
                  </a:lnTo>
                  <a:lnTo>
                    <a:pt x="166" y="111"/>
                  </a:lnTo>
                  <a:lnTo>
                    <a:pt x="182" y="115"/>
                  </a:lnTo>
                  <a:lnTo>
                    <a:pt x="196" y="122"/>
                  </a:lnTo>
                  <a:lnTo>
                    <a:pt x="207" y="131"/>
                  </a:lnTo>
                  <a:lnTo>
                    <a:pt x="216" y="142"/>
                  </a:lnTo>
                  <a:lnTo>
                    <a:pt x="221" y="156"/>
                  </a:lnTo>
                  <a:lnTo>
                    <a:pt x="227" y="171"/>
                  </a:lnTo>
                  <a:lnTo>
                    <a:pt x="227" y="187"/>
                  </a:lnTo>
                  <a:lnTo>
                    <a:pt x="227" y="187"/>
                  </a:lnTo>
                  <a:lnTo>
                    <a:pt x="227" y="198"/>
                  </a:lnTo>
                  <a:lnTo>
                    <a:pt x="225" y="207"/>
                  </a:lnTo>
                  <a:lnTo>
                    <a:pt x="221" y="216"/>
                  </a:lnTo>
                  <a:lnTo>
                    <a:pt x="218" y="225"/>
                  </a:lnTo>
                  <a:lnTo>
                    <a:pt x="214" y="232"/>
                  </a:lnTo>
                  <a:lnTo>
                    <a:pt x="209" y="239"/>
                  </a:lnTo>
                  <a:lnTo>
                    <a:pt x="194" y="252"/>
                  </a:lnTo>
                  <a:lnTo>
                    <a:pt x="178" y="261"/>
                  </a:lnTo>
                  <a:lnTo>
                    <a:pt x="158" y="268"/>
                  </a:lnTo>
                  <a:lnTo>
                    <a:pt x="137" y="271"/>
                  </a:lnTo>
                  <a:lnTo>
                    <a:pt x="114" y="273"/>
                  </a:lnTo>
                  <a:lnTo>
                    <a:pt x="114" y="27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4" name="Freeform 163"/>
            <p:cNvSpPr>
              <a:spLocks noEditPoints="1"/>
            </p:cNvSpPr>
            <p:nvPr/>
          </p:nvSpPr>
          <p:spPr bwMode="auto">
            <a:xfrm>
              <a:off x="7848601" y="3878263"/>
              <a:ext cx="184150" cy="215900"/>
            </a:xfrm>
            <a:custGeom>
              <a:avLst/>
              <a:gdLst>
                <a:gd name="T0" fmla="*/ 65 w 232"/>
                <a:gd name="T1" fmla="*/ 158 h 273"/>
                <a:gd name="T2" fmla="*/ 68 w 232"/>
                <a:gd name="T3" fmla="*/ 182 h 273"/>
                <a:gd name="T4" fmla="*/ 81 w 232"/>
                <a:gd name="T5" fmla="*/ 199 h 273"/>
                <a:gd name="T6" fmla="*/ 99 w 232"/>
                <a:gd name="T7" fmla="*/ 212 h 273"/>
                <a:gd name="T8" fmla="*/ 124 w 232"/>
                <a:gd name="T9" fmla="*/ 217 h 273"/>
                <a:gd name="T10" fmla="*/ 144 w 232"/>
                <a:gd name="T11" fmla="*/ 216 h 273"/>
                <a:gd name="T12" fmla="*/ 172 w 232"/>
                <a:gd name="T13" fmla="*/ 203 h 273"/>
                <a:gd name="T14" fmla="*/ 224 w 232"/>
                <a:gd name="T15" fmla="*/ 232 h 273"/>
                <a:gd name="T16" fmla="*/ 214 w 232"/>
                <a:gd name="T17" fmla="*/ 241 h 273"/>
                <a:gd name="T18" fmla="*/ 194 w 232"/>
                <a:gd name="T19" fmla="*/ 257 h 273"/>
                <a:gd name="T20" fmla="*/ 169 w 232"/>
                <a:gd name="T21" fmla="*/ 268 h 273"/>
                <a:gd name="T22" fmla="*/ 140 w 232"/>
                <a:gd name="T23" fmla="*/ 273 h 273"/>
                <a:gd name="T24" fmla="*/ 124 w 232"/>
                <a:gd name="T25" fmla="*/ 273 h 273"/>
                <a:gd name="T26" fmla="*/ 77 w 232"/>
                <a:gd name="T27" fmla="*/ 268 h 273"/>
                <a:gd name="T28" fmla="*/ 56 w 232"/>
                <a:gd name="T29" fmla="*/ 259 h 273"/>
                <a:gd name="T30" fmla="*/ 38 w 232"/>
                <a:gd name="T31" fmla="*/ 246 h 273"/>
                <a:gd name="T32" fmla="*/ 21 w 232"/>
                <a:gd name="T33" fmla="*/ 226 h 273"/>
                <a:gd name="T34" fmla="*/ 11 w 232"/>
                <a:gd name="T35" fmla="*/ 203 h 273"/>
                <a:gd name="T36" fmla="*/ 2 w 232"/>
                <a:gd name="T37" fmla="*/ 174 h 273"/>
                <a:gd name="T38" fmla="*/ 0 w 232"/>
                <a:gd name="T39" fmla="*/ 137 h 273"/>
                <a:gd name="T40" fmla="*/ 0 w 232"/>
                <a:gd name="T41" fmla="*/ 120 h 273"/>
                <a:gd name="T42" fmla="*/ 5 w 232"/>
                <a:gd name="T43" fmla="*/ 92 h 273"/>
                <a:gd name="T44" fmla="*/ 12 w 232"/>
                <a:gd name="T45" fmla="*/ 67 h 273"/>
                <a:gd name="T46" fmla="*/ 25 w 232"/>
                <a:gd name="T47" fmla="*/ 45 h 273"/>
                <a:gd name="T48" fmla="*/ 39 w 232"/>
                <a:gd name="T49" fmla="*/ 27 h 273"/>
                <a:gd name="T50" fmla="*/ 59 w 232"/>
                <a:gd name="T51" fmla="*/ 14 h 273"/>
                <a:gd name="T52" fmla="*/ 79 w 232"/>
                <a:gd name="T53" fmla="*/ 5 h 273"/>
                <a:gd name="T54" fmla="*/ 104 w 232"/>
                <a:gd name="T55" fmla="*/ 0 h 273"/>
                <a:gd name="T56" fmla="*/ 117 w 232"/>
                <a:gd name="T57" fmla="*/ 0 h 273"/>
                <a:gd name="T58" fmla="*/ 142 w 232"/>
                <a:gd name="T59" fmla="*/ 2 h 273"/>
                <a:gd name="T60" fmla="*/ 165 w 232"/>
                <a:gd name="T61" fmla="*/ 9 h 273"/>
                <a:gd name="T62" fmla="*/ 185 w 232"/>
                <a:gd name="T63" fmla="*/ 22 h 273"/>
                <a:gd name="T64" fmla="*/ 201 w 232"/>
                <a:gd name="T65" fmla="*/ 36 h 273"/>
                <a:gd name="T66" fmla="*/ 215 w 232"/>
                <a:gd name="T67" fmla="*/ 56 h 273"/>
                <a:gd name="T68" fmla="*/ 224 w 232"/>
                <a:gd name="T69" fmla="*/ 77 h 273"/>
                <a:gd name="T70" fmla="*/ 232 w 232"/>
                <a:gd name="T71" fmla="*/ 129 h 273"/>
                <a:gd name="T72" fmla="*/ 65 w 232"/>
                <a:gd name="T73" fmla="*/ 158 h 273"/>
                <a:gd name="T74" fmla="*/ 160 w 232"/>
                <a:gd name="T75" fmla="*/ 83 h 273"/>
                <a:gd name="T76" fmla="*/ 144 w 232"/>
                <a:gd name="T77" fmla="*/ 63 h 273"/>
                <a:gd name="T78" fmla="*/ 131 w 232"/>
                <a:gd name="T79" fmla="*/ 58 h 273"/>
                <a:gd name="T80" fmla="*/ 117 w 232"/>
                <a:gd name="T81" fmla="*/ 56 h 273"/>
                <a:gd name="T82" fmla="*/ 108 w 232"/>
                <a:gd name="T83" fmla="*/ 56 h 273"/>
                <a:gd name="T84" fmla="*/ 93 w 232"/>
                <a:gd name="T85" fmla="*/ 59 h 273"/>
                <a:gd name="T86" fmla="*/ 79 w 232"/>
                <a:gd name="T87" fmla="*/ 72 h 273"/>
                <a:gd name="T88" fmla="*/ 72 w 232"/>
                <a:gd name="T89" fmla="*/ 83 h 273"/>
                <a:gd name="T90" fmla="*/ 65 w 232"/>
                <a:gd name="T91" fmla="*/ 111 h 273"/>
                <a:gd name="T92" fmla="*/ 167 w 232"/>
                <a:gd name="T93" fmla="*/ 111 h 273"/>
                <a:gd name="T94" fmla="*/ 160 w 232"/>
                <a:gd name="T95" fmla="*/ 8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32" h="273">
                  <a:moveTo>
                    <a:pt x="65" y="158"/>
                  </a:moveTo>
                  <a:lnTo>
                    <a:pt x="65" y="158"/>
                  </a:lnTo>
                  <a:lnTo>
                    <a:pt x="66" y="171"/>
                  </a:lnTo>
                  <a:lnTo>
                    <a:pt x="68" y="182"/>
                  </a:lnTo>
                  <a:lnTo>
                    <a:pt x="73" y="192"/>
                  </a:lnTo>
                  <a:lnTo>
                    <a:pt x="81" y="199"/>
                  </a:lnTo>
                  <a:lnTo>
                    <a:pt x="88" y="207"/>
                  </a:lnTo>
                  <a:lnTo>
                    <a:pt x="99" y="212"/>
                  </a:lnTo>
                  <a:lnTo>
                    <a:pt x="109" y="216"/>
                  </a:lnTo>
                  <a:lnTo>
                    <a:pt x="124" y="217"/>
                  </a:lnTo>
                  <a:lnTo>
                    <a:pt x="124" y="217"/>
                  </a:lnTo>
                  <a:lnTo>
                    <a:pt x="144" y="216"/>
                  </a:lnTo>
                  <a:lnTo>
                    <a:pt x="158" y="210"/>
                  </a:lnTo>
                  <a:lnTo>
                    <a:pt x="172" y="203"/>
                  </a:lnTo>
                  <a:lnTo>
                    <a:pt x="185" y="192"/>
                  </a:lnTo>
                  <a:lnTo>
                    <a:pt x="224" y="232"/>
                  </a:lnTo>
                  <a:lnTo>
                    <a:pt x="224" y="232"/>
                  </a:lnTo>
                  <a:lnTo>
                    <a:pt x="214" y="241"/>
                  </a:lnTo>
                  <a:lnTo>
                    <a:pt x="205" y="250"/>
                  </a:lnTo>
                  <a:lnTo>
                    <a:pt x="194" y="257"/>
                  </a:lnTo>
                  <a:lnTo>
                    <a:pt x="181" y="262"/>
                  </a:lnTo>
                  <a:lnTo>
                    <a:pt x="169" y="268"/>
                  </a:lnTo>
                  <a:lnTo>
                    <a:pt x="156" y="271"/>
                  </a:lnTo>
                  <a:lnTo>
                    <a:pt x="140" y="273"/>
                  </a:lnTo>
                  <a:lnTo>
                    <a:pt x="124" y="273"/>
                  </a:lnTo>
                  <a:lnTo>
                    <a:pt x="124" y="273"/>
                  </a:lnTo>
                  <a:lnTo>
                    <a:pt x="100" y="271"/>
                  </a:lnTo>
                  <a:lnTo>
                    <a:pt x="77" y="268"/>
                  </a:lnTo>
                  <a:lnTo>
                    <a:pt x="66" y="264"/>
                  </a:lnTo>
                  <a:lnTo>
                    <a:pt x="56" y="259"/>
                  </a:lnTo>
                  <a:lnTo>
                    <a:pt x="47" y="253"/>
                  </a:lnTo>
                  <a:lnTo>
                    <a:pt x="38" y="246"/>
                  </a:lnTo>
                  <a:lnTo>
                    <a:pt x="30" y="237"/>
                  </a:lnTo>
                  <a:lnTo>
                    <a:pt x="21" y="226"/>
                  </a:lnTo>
                  <a:lnTo>
                    <a:pt x="16" y="216"/>
                  </a:lnTo>
                  <a:lnTo>
                    <a:pt x="11" y="203"/>
                  </a:lnTo>
                  <a:lnTo>
                    <a:pt x="5" y="189"/>
                  </a:lnTo>
                  <a:lnTo>
                    <a:pt x="2" y="174"/>
                  </a:lnTo>
                  <a:lnTo>
                    <a:pt x="0" y="156"/>
                  </a:lnTo>
                  <a:lnTo>
                    <a:pt x="0" y="137"/>
                  </a:lnTo>
                  <a:lnTo>
                    <a:pt x="0" y="137"/>
                  </a:lnTo>
                  <a:lnTo>
                    <a:pt x="0" y="120"/>
                  </a:lnTo>
                  <a:lnTo>
                    <a:pt x="2" y="106"/>
                  </a:lnTo>
                  <a:lnTo>
                    <a:pt x="5" y="92"/>
                  </a:lnTo>
                  <a:lnTo>
                    <a:pt x="9" y="79"/>
                  </a:lnTo>
                  <a:lnTo>
                    <a:pt x="12" y="67"/>
                  </a:lnTo>
                  <a:lnTo>
                    <a:pt x="18" y="56"/>
                  </a:lnTo>
                  <a:lnTo>
                    <a:pt x="25" y="45"/>
                  </a:lnTo>
                  <a:lnTo>
                    <a:pt x="32" y="36"/>
                  </a:lnTo>
                  <a:lnTo>
                    <a:pt x="39" y="27"/>
                  </a:lnTo>
                  <a:lnTo>
                    <a:pt x="48" y="20"/>
                  </a:lnTo>
                  <a:lnTo>
                    <a:pt x="59" y="14"/>
                  </a:lnTo>
                  <a:lnTo>
                    <a:pt x="68" y="9"/>
                  </a:lnTo>
                  <a:lnTo>
                    <a:pt x="79" y="5"/>
                  </a:lnTo>
                  <a:lnTo>
                    <a:pt x="91" y="2"/>
                  </a:lnTo>
                  <a:lnTo>
                    <a:pt x="104" y="0"/>
                  </a:lnTo>
                  <a:lnTo>
                    <a:pt x="117" y="0"/>
                  </a:lnTo>
                  <a:lnTo>
                    <a:pt x="117" y="0"/>
                  </a:lnTo>
                  <a:lnTo>
                    <a:pt x="129" y="0"/>
                  </a:lnTo>
                  <a:lnTo>
                    <a:pt x="142" y="2"/>
                  </a:lnTo>
                  <a:lnTo>
                    <a:pt x="154" y="5"/>
                  </a:lnTo>
                  <a:lnTo>
                    <a:pt x="165" y="9"/>
                  </a:lnTo>
                  <a:lnTo>
                    <a:pt x="176" y="14"/>
                  </a:lnTo>
                  <a:lnTo>
                    <a:pt x="185" y="22"/>
                  </a:lnTo>
                  <a:lnTo>
                    <a:pt x="194" y="29"/>
                  </a:lnTo>
                  <a:lnTo>
                    <a:pt x="201" y="36"/>
                  </a:lnTo>
                  <a:lnTo>
                    <a:pt x="208" y="45"/>
                  </a:lnTo>
                  <a:lnTo>
                    <a:pt x="215" y="56"/>
                  </a:lnTo>
                  <a:lnTo>
                    <a:pt x="221" y="67"/>
                  </a:lnTo>
                  <a:lnTo>
                    <a:pt x="224" y="77"/>
                  </a:lnTo>
                  <a:lnTo>
                    <a:pt x="230" y="102"/>
                  </a:lnTo>
                  <a:lnTo>
                    <a:pt x="232" y="129"/>
                  </a:lnTo>
                  <a:lnTo>
                    <a:pt x="232" y="158"/>
                  </a:lnTo>
                  <a:lnTo>
                    <a:pt x="65" y="158"/>
                  </a:lnTo>
                  <a:close/>
                  <a:moveTo>
                    <a:pt x="160" y="83"/>
                  </a:moveTo>
                  <a:lnTo>
                    <a:pt x="160" y="83"/>
                  </a:lnTo>
                  <a:lnTo>
                    <a:pt x="154" y="72"/>
                  </a:lnTo>
                  <a:lnTo>
                    <a:pt x="144" y="63"/>
                  </a:lnTo>
                  <a:lnTo>
                    <a:pt x="138" y="59"/>
                  </a:lnTo>
                  <a:lnTo>
                    <a:pt x="131" y="58"/>
                  </a:lnTo>
                  <a:lnTo>
                    <a:pt x="124" y="56"/>
                  </a:lnTo>
                  <a:lnTo>
                    <a:pt x="117" y="56"/>
                  </a:lnTo>
                  <a:lnTo>
                    <a:pt x="117" y="56"/>
                  </a:lnTo>
                  <a:lnTo>
                    <a:pt x="108" y="56"/>
                  </a:lnTo>
                  <a:lnTo>
                    <a:pt x="100" y="58"/>
                  </a:lnTo>
                  <a:lnTo>
                    <a:pt x="93" y="59"/>
                  </a:lnTo>
                  <a:lnTo>
                    <a:pt x="88" y="63"/>
                  </a:lnTo>
                  <a:lnTo>
                    <a:pt x="79" y="72"/>
                  </a:lnTo>
                  <a:lnTo>
                    <a:pt x="72" y="83"/>
                  </a:lnTo>
                  <a:lnTo>
                    <a:pt x="72" y="83"/>
                  </a:lnTo>
                  <a:lnTo>
                    <a:pt x="66" y="97"/>
                  </a:lnTo>
                  <a:lnTo>
                    <a:pt x="65" y="111"/>
                  </a:lnTo>
                  <a:lnTo>
                    <a:pt x="167" y="111"/>
                  </a:lnTo>
                  <a:lnTo>
                    <a:pt x="167" y="111"/>
                  </a:lnTo>
                  <a:lnTo>
                    <a:pt x="165" y="97"/>
                  </a:lnTo>
                  <a:lnTo>
                    <a:pt x="160" y="83"/>
                  </a:lnTo>
                  <a:lnTo>
                    <a:pt x="160" y="83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5" name="Freeform 164"/>
            <p:cNvSpPr>
              <a:spLocks/>
            </p:cNvSpPr>
            <p:nvPr/>
          </p:nvSpPr>
          <p:spPr bwMode="auto">
            <a:xfrm>
              <a:off x="8081963" y="3878263"/>
              <a:ext cx="176213" cy="212725"/>
            </a:xfrm>
            <a:custGeom>
              <a:avLst/>
              <a:gdLst>
                <a:gd name="T0" fmla="*/ 155 w 221"/>
                <a:gd name="T1" fmla="*/ 270 h 270"/>
                <a:gd name="T2" fmla="*/ 155 w 221"/>
                <a:gd name="T3" fmla="*/ 110 h 270"/>
                <a:gd name="T4" fmla="*/ 155 w 221"/>
                <a:gd name="T5" fmla="*/ 110 h 270"/>
                <a:gd name="T6" fmla="*/ 153 w 221"/>
                <a:gd name="T7" fmla="*/ 97 h 270"/>
                <a:gd name="T8" fmla="*/ 151 w 221"/>
                <a:gd name="T9" fmla="*/ 86 h 270"/>
                <a:gd name="T10" fmla="*/ 146 w 221"/>
                <a:gd name="T11" fmla="*/ 77 h 270"/>
                <a:gd name="T12" fmla="*/ 141 w 221"/>
                <a:gd name="T13" fmla="*/ 70 h 270"/>
                <a:gd name="T14" fmla="*/ 133 w 221"/>
                <a:gd name="T15" fmla="*/ 67 h 270"/>
                <a:gd name="T16" fmla="*/ 126 w 221"/>
                <a:gd name="T17" fmla="*/ 63 h 270"/>
                <a:gd name="T18" fmla="*/ 119 w 221"/>
                <a:gd name="T19" fmla="*/ 61 h 270"/>
                <a:gd name="T20" fmla="*/ 110 w 221"/>
                <a:gd name="T21" fmla="*/ 59 h 270"/>
                <a:gd name="T22" fmla="*/ 110 w 221"/>
                <a:gd name="T23" fmla="*/ 59 h 270"/>
                <a:gd name="T24" fmla="*/ 103 w 221"/>
                <a:gd name="T25" fmla="*/ 61 h 270"/>
                <a:gd name="T26" fmla="*/ 96 w 221"/>
                <a:gd name="T27" fmla="*/ 63 h 270"/>
                <a:gd name="T28" fmla="*/ 87 w 221"/>
                <a:gd name="T29" fmla="*/ 67 h 270"/>
                <a:gd name="T30" fmla="*/ 81 w 221"/>
                <a:gd name="T31" fmla="*/ 70 h 270"/>
                <a:gd name="T32" fmla="*/ 74 w 221"/>
                <a:gd name="T33" fmla="*/ 77 h 270"/>
                <a:gd name="T34" fmla="*/ 71 w 221"/>
                <a:gd name="T35" fmla="*/ 86 h 270"/>
                <a:gd name="T36" fmla="*/ 67 w 221"/>
                <a:gd name="T37" fmla="*/ 97 h 270"/>
                <a:gd name="T38" fmla="*/ 67 w 221"/>
                <a:gd name="T39" fmla="*/ 110 h 270"/>
                <a:gd name="T40" fmla="*/ 67 w 221"/>
                <a:gd name="T41" fmla="*/ 270 h 270"/>
                <a:gd name="T42" fmla="*/ 0 w 221"/>
                <a:gd name="T43" fmla="*/ 270 h 270"/>
                <a:gd name="T44" fmla="*/ 0 w 221"/>
                <a:gd name="T45" fmla="*/ 4 h 270"/>
                <a:gd name="T46" fmla="*/ 65 w 221"/>
                <a:gd name="T47" fmla="*/ 4 h 270"/>
                <a:gd name="T48" fmla="*/ 65 w 221"/>
                <a:gd name="T49" fmla="*/ 29 h 270"/>
                <a:gd name="T50" fmla="*/ 65 w 221"/>
                <a:gd name="T51" fmla="*/ 29 h 270"/>
                <a:gd name="T52" fmla="*/ 79 w 221"/>
                <a:gd name="T53" fmla="*/ 16 h 270"/>
                <a:gd name="T54" fmla="*/ 96 w 221"/>
                <a:gd name="T55" fmla="*/ 7 h 270"/>
                <a:gd name="T56" fmla="*/ 114 w 221"/>
                <a:gd name="T57" fmla="*/ 2 h 270"/>
                <a:gd name="T58" fmla="*/ 132 w 221"/>
                <a:gd name="T59" fmla="*/ 0 h 270"/>
                <a:gd name="T60" fmla="*/ 132 w 221"/>
                <a:gd name="T61" fmla="*/ 0 h 270"/>
                <a:gd name="T62" fmla="*/ 150 w 221"/>
                <a:gd name="T63" fmla="*/ 2 h 270"/>
                <a:gd name="T64" fmla="*/ 168 w 221"/>
                <a:gd name="T65" fmla="*/ 7 h 270"/>
                <a:gd name="T66" fmla="*/ 182 w 221"/>
                <a:gd name="T67" fmla="*/ 14 h 270"/>
                <a:gd name="T68" fmla="*/ 194 w 221"/>
                <a:gd name="T69" fmla="*/ 23 h 270"/>
                <a:gd name="T70" fmla="*/ 194 w 221"/>
                <a:gd name="T71" fmla="*/ 23 h 270"/>
                <a:gd name="T72" fmla="*/ 202 w 221"/>
                <a:gd name="T73" fmla="*/ 32 h 270"/>
                <a:gd name="T74" fmla="*/ 207 w 221"/>
                <a:gd name="T75" fmla="*/ 41 h 270"/>
                <a:gd name="T76" fmla="*/ 212 w 221"/>
                <a:gd name="T77" fmla="*/ 50 h 270"/>
                <a:gd name="T78" fmla="*/ 216 w 221"/>
                <a:gd name="T79" fmla="*/ 59 h 270"/>
                <a:gd name="T80" fmla="*/ 220 w 221"/>
                <a:gd name="T81" fmla="*/ 79 h 270"/>
                <a:gd name="T82" fmla="*/ 221 w 221"/>
                <a:gd name="T83" fmla="*/ 99 h 270"/>
                <a:gd name="T84" fmla="*/ 221 w 221"/>
                <a:gd name="T85" fmla="*/ 270 h 270"/>
                <a:gd name="T86" fmla="*/ 155 w 221"/>
                <a:gd name="T87" fmla="*/ 270 h 2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</a:cxnLst>
              <a:rect l="0" t="0" r="r" b="b"/>
              <a:pathLst>
                <a:path w="221" h="270">
                  <a:moveTo>
                    <a:pt x="155" y="270"/>
                  </a:moveTo>
                  <a:lnTo>
                    <a:pt x="155" y="110"/>
                  </a:lnTo>
                  <a:lnTo>
                    <a:pt x="155" y="110"/>
                  </a:lnTo>
                  <a:lnTo>
                    <a:pt x="153" y="97"/>
                  </a:lnTo>
                  <a:lnTo>
                    <a:pt x="151" y="86"/>
                  </a:lnTo>
                  <a:lnTo>
                    <a:pt x="146" y="77"/>
                  </a:lnTo>
                  <a:lnTo>
                    <a:pt x="141" y="70"/>
                  </a:lnTo>
                  <a:lnTo>
                    <a:pt x="133" y="67"/>
                  </a:lnTo>
                  <a:lnTo>
                    <a:pt x="126" y="63"/>
                  </a:lnTo>
                  <a:lnTo>
                    <a:pt x="119" y="61"/>
                  </a:lnTo>
                  <a:lnTo>
                    <a:pt x="110" y="59"/>
                  </a:lnTo>
                  <a:lnTo>
                    <a:pt x="110" y="59"/>
                  </a:lnTo>
                  <a:lnTo>
                    <a:pt x="103" y="61"/>
                  </a:lnTo>
                  <a:lnTo>
                    <a:pt x="96" y="63"/>
                  </a:lnTo>
                  <a:lnTo>
                    <a:pt x="87" y="67"/>
                  </a:lnTo>
                  <a:lnTo>
                    <a:pt x="81" y="70"/>
                  </a:lnTo>
                  <a:lnTo>
                    <a:pt x="74" y="77"/>
                  </a:lnTo>
                  <a:lnTo>
                    <a:pt x="71" y="86"/>
                  </a:lnTo>
                  <a:lnTo>
                    <a:pt x="67" y="97"/>
                  </a:lnTo>
                  <a:lnTo>
                    <a:pt x="67" y="110"/>
                  </a:lnTo>
                  <a:lnTo>
                    <a:pt x="67" y="270"/>
                  </a:lnTo>
                  <a:lnTo>
                    <a:pt x="0" y="270"/>
                  </a:lnTo>
                  <a:lnTo>
                    <a:pt x="0" y="4"/>
                  </a:lnTo>
                  <a:lnTo>
                    <a:pt x="65" y="4"/>
                  </a:lnTo>
                  <a:lnTo>
                    <a:pt x="65" y="29"/>
                  </a:lnTo>
                  <a:lnTo>
                    <a:pt x="65" y="29"/>
                  </a:lnTo>
                  <a:lnTo>
                    <a:pt x="79" y="16"/>
                  </a:lnTo>
                  <a:lnTo>
                    <a:pt x="96" y="7"/>
                  </a:lnTo>
                  <a:lnTo>
                    <a:pt x="114" y="2"/>
                  </a:lnTo>
                  <a:lnTo>
                    <a:pt x="132" y="0"/>
                  </a:lnTo>
                  <a:lnTo>
                    <a:pt x="132" y="0"/>
                  </a:lnTo>
                  <a:lnTo>
                    <a:pt x="150" y="2"/>
                  </a:lnTo>
                  <a:lnTo>
                    <a:pt x="168" y="7"/>
                  </a:lnTo>
                  <a:lnTo>
                    <a:pt x="182" y="14"/>
                  </a:lnTo>
                  <a:lnTo>
                    <a:pt x="194" y="23"/>
                  </a:lnTo>
                  <a:lnTo>
                    <a:pt x="194" y="23"/>
                  </a:lnTo>
                  <a:lnTo>
                    <a:pt x="202" y="32"/>
                  </a:lnTo>
                  <a:lnTo>
                    <a:pt x="207" y="41"/>
                  </a:lnTo>
                  <a:lnTo>
                    <a:pt x="212" y="50"/>
                  </a:lnTo>
                  <a:lnTo>
                    <a:pt x="216" y="59"/>
                  </a:lnTo>
                  <a:lnTo>
                    <a:pt x="220" y="79"/>
                  </a:lnTo>
                  <a:lnTo>
                    <a:pt x="221" y="99"/>
                  </a:lnTo>
                  <a:lnTo>
                    <a:pt x="221" y="270"/>
                  </a:lnTo>
                  <a:lnTo>
                    <a:pt x="155" y="270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6" name="Freeform 165"/>
            <p:cNvSpPr>
              <a:spLocks noEditPoints="1"/>
            </p:cNvSpPr>
            <p:nvPr/>
          </p:nvSpPr>
          <p:spPr bwMode="auto">
            <a:xfrm>
              <a:off x="8299451" y="3878263"/>
              <a:ext cx="174625" cy="215900"/>
            </a:xfrm>
            <a:custGeom>
              <a:avLst/>
              <a:gdLst>
                <a:gd name="T0" fmla="*/ 156 w 220"/>
                <a:gd name="T1" fmla="*/ 248 h 273"/>
                <a:gd name="T2" fmla="*/ 143 w 220"/>
                <a:gd name="T3" fmla="*/ 259 h 273"/>
                <a:gd name="T4" fmla="*/ 111 w 220"/>
                <a:gd name="T5" fmla="*/ 271 h 273"/>
                <a:gd name="T6" fmla="*/ 91 w 220"/>
                <a:gd name="T7" fmla="*/ 273 h 273"/>
                <a:gd name="T8" fmla="*/ 50 w 220"/>
                <a:gd name="T9" fmla="*/ 266 h 273"/>
                <a:gd name="T10" fmla="*/ 23 w 220"/>
                <a:gd name="T11" fmla="*/ 250 h 273"/>
                <a:gd name="T12" fmla="*/ 12 w 220"/>
                <a:gd name="T13" fmla="*/ 237 h 273"/>
                <a:gd name="T14" fmla="*/ 1 w 220"/>
                <a:gd name="T15" fmla="*/ 207 h 273"/>
                <a:gd name="T16" fmla="*/ 0 w 220"/>
                <a:gd name="T17" fmla="*/ 189 h 273"/>
                <a:gd name="T18" fmla="*/ 5 w 220"/>
                <a:gd name="T19" fmla="*/ 160 h 273"/>
                <a:gd name="T20" fmla="*/ 23 w 220"/>
                <a:gd name="T21" fmla="*/ 135 h 273"/>
                <a:gd name="T22" fmla="*/ 52 w 220"/>
                <a:gd name="T23" fmla="*/ 119 h 273"/>
                <a:gd name="T24" fmla="*/ 93 w 220"/>
                <a:gd name="T25" fmla="*/ 111 h 273"/>
                <a:gd name="T26" fmla="*/ 154 w 220"/>
                <a:gd name="T27" fmla="*/ 99 h 273"/>
                <a:gd name="T28" fmla="*/ 154 w 220"/>
                <a:gd name="T29" fmla="*/ 88 h 273"/>
                <a:gd name="T30" fmla="*/ 149 w 220"/>
                <a:gd name="T31" fmla="*/ 72 h 273"/>
                <a:gd name="T32" fmla="*/ 136 w 220"/>
                <a:gd name="T33" fmla="*/ 63 h 273"/>
                <a:gd name="T34" fmla="*/ 116 w 220"/>
                <a:gd name="T35" fmla="*/ 58 h 273"/>
                <a:gd name="T36" fmla="*/ 106 w 220"/>
                <a:gd name="T37" fmla="*/ 58 h 273"/>
                <a:gd name="T38" fmla="*/ 75 w 220"/>
                <a:gd name="T39" fmla="*/ 61 h 273"/>
                <a:gd name="T40" fmla="*/ 53 w 220"/>
                <a:gd name="T41" fmla="*/ 79 h 273"/>
                <a:gd name="T42" fmla="*/ 12 w 220"/>
                <a:gd name="T43" fmla="*/ 38 h 273"/>
                <a:gd name="T44" fmla="*/ 32 w 220"/>
                <a:gd name="T45" fmla="*/ 20 h 273"/>
                <a:gd name="T46" fmla="*/ 52 w 220"/>
                <a:gd name="T47" fmla="*/ 9 h 273"/>
                <a:gd name="T48" fmla="*/ 77 w 220"/>
                <a:gd name="T49" fmla="*/ 2 h 273"/>
                <a:gd name="T50" fmla="*/ 107 w 220"/>
                <a:gd name="T51" fmla="*/ 0 h 273"/>
                <a:gd name="T52" fmla="*/ 134 w 220"/>
                <a:gd name="T53" fmla="*/ 2 h 273"/>
                <a:gd name="T54" fmla="*/ 176 w 220"/>
                <a:gd name="T55" fmla="*/ 14 h 273"/>
                <a:gd name="T56" fmla="*/ 192 w 220"/>
                <a:gd name="T57" fmla="*/ 23 h 273"/>
                <a:gd name="T58" fmla="*/ 204 w 220"/>
                <a:gd name="T59" fmla="*/ 38 h 273"/>
                <a:gd name="T60" fmla="*/ 213 w 220"/>
                <a:gd name="T61" fmla="*/ 54 h 273"/>
                <a:gd name="T62" fmla="*/ 220 w 220"/>
                <a:gd name="T63" fmla="*/ 95 h 273"/>
                <a:gd name="T64" fmla="*/ 156 w 220"/>
                <a:gd name="T65" fmla="*/ 270 h 273"/>
                <a:gd name="T66" fmla="*/ 104 w 220"/>
                <a:gd name="T67" fmla="*/ 158 h 273"/>
                <a:gd name="T68" fmla="*/ 95 w 220"/>
                <a:gd name="T69" fmla="*/ 158 h 273"/>
                <a:gd name="T70" fmla="*/ 79 w 220"/>
                <a:gd name="T71" fmla="*/ 162 h 273"/>
                <a:gd name="T72" fmla="*/ 70 w 220"/>
                <a:gd name="T73" fmla="*/ 169 h 273"/>
                <a:gd name="T74" fmla="*/ 64 w 220"/>
                <a:gd name="T75" fmla="*/ 182 h 273"/>
                <a:gd name="T76" fmla="*/ 64 w 220"/>
                <a:gd name="T77" fmla="*/ 189 h 273"/>
                <a:gd name="T78" fmla="*/ 66 w 220"/>
                <a:gd name="T79" fmla="*/ 201 h 273"/>
                <a:gd name="T80" fmla="*/ 73 w 220"/>
                <a:gd name="T81" fmla="*/ 210 h 273"/>
                <a:gd name="T82" fmla="*/ 88 w 220"/>
                <a:gd name="T83" fmla="*/ 216 h 273"/>
                <a:gd name="T84" fmla="*/ 106 w 220"/>
                <a:gd name="T85" fmla="*/ 219 h 273"/>
                <a:gd name="T86" fmla="*/ 116 w 220"/>
                <a:gd name="T87" fmla="*/ 217 h 273"/>
                <a:gd name="T88" fmla="*/ 136 w 220"/>
                <a:gd name="T89" fmla="*/ 212 h 273"/>
                <a:gd name="T90" fmla="*/ 143 w 220"/>
                <a:gd name="T91" fmla="*/ 205 h 273"/>
                <a:gd name="T92" fmla="*/ 152 w 220"/>
                <a:gd name="T93" fmla="*/ 192 h 273"/>
                <a:gd name="T94" fmla="*/ 154 w 220"/>
                <a:gd name="T95" fmla="*/ 173 h 2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</a:cxnLst>
              <a:rect l="0" t="0" r="r" b="b"/>
              <a:pathLst>
                <a:path w="220" h="273">
                  <a:moveTo>
                    <a:pt x="156" y="270"/>
                  </a:moveTo>
                  <a:lnTo>
                    <a:pt x="156" y="248"/>
                  </a:lnTo>
                  <a:lnTo>
                    <a:pt x="156" y="248"/>
                  </a:lnTo>
                  <a:lnTo>
                    <a:pt x="143" y="259"/>
                  </a:lnTo>
                  <a:lnTo>
                    <a:pt x="127" y="266"/>
                  </a:lnTo>
                  <a:lnTo>
                    <a:pt x="111" y="271"/>
                  </a:lnTo>
                  <a:lnTo>
                    <a:pt x="91" y="273"/>
                  </a:lnTo>
                  <a:lnTo>
                    <a:pt x="91" y="273"/>
                  </a:lnTo>
                  <a:lnTo>
                    <a:pt x="70" y="271"/>
                  </a:lnTo>
                  <a:lnTo>
                    <a:pt x="50" y="266"/>
                  </a:lnTo>
                  <a:lnTo>
                    <a:pt x="35" y="259"/>
                  </a:lnTo>
                  <a:lnTo>
                    <a:pt x="23" y="250"/>
                  </a:lnTo>
                  <a:lnTo>
                    <a:pt x="23" y="250"/>
                  </a:lnTo>
                  <a:lnTo>
                    <a:pt x="12" y="237"/>
                  </a:lnTo>
                  <a:lnTo>
                    <a:pt x="7" y="223"/>
                  </a:lnTo>
                  <a:lnTo>
                    <a:pt x="1" y="207"/>
                  </a:lnTo>
                  <a:lnTo>
                    <a:pt x="0" y="189"/>
                  </a:lnTo>
                  <a:lnTo>
                    <a:pt x="0" y="189"/>
                  </a:lnTo>
                  <a:lnTo>
                    <a:pt x="1" y="174"/>
                  </a:lnTo>
                  <a:lnTo>
                    <a:pt x="5" y="160"/>
                  </a:lnTo>
                  <a:lnTo>
                    <a:pt x="12" y="146"/>
                  </a:lnTo>
                  <a:lnTo>
                    <a:pt x="23" y="135"/>
                  </a:lnTo>
                  <a:lnTo>
                    <a:pt x="35" y="126"/>
                  </a:lnTo>
                  <a:lnTo>
                    <a:pt x="52" y="119"/>
                  </a:lnTo>
                  <a:lnTo>
                    <a:pt x="70" y="113"/>
                  </a:lnTo>
                  <a:lnTo>
                    <a:pt x="93" y="111"/>
                  </a:lnTo>
                  <a:lnTo>
                    <a:pt x="154" y="111"/>
                  </a:lnTo>
                  <a:lnTo>
                    <a:pt x="154" y="99"/>
                  </a:lnTo>
                  <a:lnTo>
                    <a:pt x="154" y="99"/>
                  </a:lnTo>
                  <a:lnTo>
                    <a:pt x="154" y="88"/>
                  </a:lnTo>
                  <a:lnTo>
                    <a:pt x="152" y="79"/>
                  </a:lnTo>
                  <a:lnTo>
                    <a:pt x="149" y="72"/>
                  </a:lnTo>
                  <a:lnTo>
                    <a:pt x="143" y="67"/>
                  </a:lnTo>
                  <a:lnTo>
                    <a:pt x="136" y="63"/>
                  </a:lnTo>
                  <a:lnTo>
                    <a:pt x="127" y="59"/>
                  </a:lnTo>
                  <a:lnTo>
                    <a:pt x="116" y="58"/>
                  </a:lnTo>
                  <a:lnTo>
                    <a:pt x="106" y="58"/>
                  </a:lnTo>
                  <a:lnTo>
                    <a:pt x="106" y="58"/>
                  </a:lnTo>
                  <a:lnTo>
                    <a:pt x="89" y="58"/>
                  </a:lnTo>
                  <a:lnTo>
                    <a:pt x="75" y="61"/>
                  </a:lnTo>
                  <a:lnTo>
                    <a:pt x="64" y="68"/>
                  </a:lnTo>
                  <a:lnTo>
                    <a:pt x="53" y="79"/>
                  </a:lnTo>
                  <a:lnTo>
                    <a:pt x="12" y="38"/>
                  </a:lnTo>
                  <a:lnTo>
                    <a:pt x="12" y="38"/>
                  </a:lnTo>
                  <a:lnTo>
                    <a:pt x="21" y="29"/>
                  </a:lnTo>
                  <a:lnTo>
                    <a:pt x="32" y="20"/>
                  </a:lnTo>
                  <a:lnTo>
                    <a:pt x="41" y="14"/>
                  </a:lnTo>
                  <a:lnTo>
                    <a:pt x="52" y="9"/>
                  </a:lnTo>
                  <a:lnTo>
                    <a:pt x="64" y="5"/>
                  </a:lnTo>
                  <a:lnTo>
                    <a:pt x="77" y="2"/>
                  </a:lnTo>
                  <a:lnTo>
                    <a:pt x="91" y="0"/>
                  </a:lnTo>
                  <a:lnTo>
                    <a:pt x="107" y="0"/>
                  </a:lnTo>
                  <a:lnTo>
                    <a:pt x="107" y="0"/>
                  </a:lnTo>
                  <a:lnTo>
                    <a:pt x="134" y="2"/>
                  </a:lnTo>
                  <a:lnTo>
                    <a:pt x="158" y="5"/>
                  </a:lnTo>
                  <a:lnTo>
                    <a:pt x="176" y="14"/>
                  </a:lnTo>
                  <a:lnTo>
                    <a:pt x="185" y="18"/>
                  </a:lnTo>
                  <a:lnTo>
                    <a:pt x="192" y="23"/>
                  </a:lnTo>
                  <a:lnTo>
                    <a:pt x="199" y="31"/>
                  </a:lnTo>
                  <a:lnTo>
                    <a:pt x="204" y="38"/>
                  </a:lnTo>
                  <a:lnTo>
                    <a:pt x="210" y="45"/>
                  </a:lnTo>
                  <a:lnTo>
                    <a:pt x="213" y="54"/>
                  </a:lnTo>
                  <a:lnTo>
                    <a:pt x="219" y="72"/>
                  </a:lnTo>
                  <a:lnTo>
                    <a:pt x="220" y="95"/>
                  </a:lnTo>
                  <a:lnTo>
                    <a:pt x="220" y="270"/>
                  </a:lnTo>
                  <a:lnTo>
                    <a:pt x="156" y="270"/>
                  </a:lnTo>
                  <a:close/>
                  <a:moveTo>
                    <a:pt x="154" y="158"/>
                  </a:moveTo>
                  <a:lnTo>
                    <a:pt x="104" y="158"/>
                  </a:lnTo>
                  <a:lnTo>
                    <a:pt x="104" y="158"/>
                  </a:lnTo>
                  <a:lnTo>
                    <a:pt x="95" y="158"/>
                  </a:lnTo>
                  <a:lnTo>
                    <a:pt x="86" y="160"/>
                  </a:lnTo>
                  <a:lnTo>
                    <a:pt x="79" y="162"/>
                  </a:lnTo>
                  <a:lnTo>
                    <a:pt x="73" y="165"/>
                  </a:lnTo>
                  <a:lnTo>
                    <a:pt x="70" y="169"/>
                  </a:lnTo>
                  <a:lnTo>
                    <a:pt x="66" y="174"/>
                  </a:lnTo>
                  <a:lnTo>
                    <a:pt x="64" y="182"/>
                  </a:lnTo>
                  <a:lnTo>
                    <a:pt x="64" y="189"/>
                  </a:lnTo>
                  <a:lnTo>
                    <a:pt x="64" y="189"/>
                  </a:lnTo>
                  <a:lnTo>
                    <a:pt x="64" y="194"/>
                  </a:lnTo>
                  <a:lnTo>
                    <a:pt x="66" y="201"/>
                  </a:lnTo>
                  <a:lnTo>
                    <a:pt x="70" y="207"/>
                  </a:lnTo>
                  <a:lnTo>
                    <a:pt x="73" y="210"/>
                  </a:lnTo>
                  <a:lnTo>
                    <a:pt x="80" y="214"/>
                  </a:lnTo>
                  <a:lnTo>
                    <a:pt x="88" y="216"/>
                  </a:lnTo>
                  <a:lnTo>
                    <a:pt x="95" y="217"/>
                  </a:lnTo>
                  <a:lnTo>
                    <a:pt x="106" y="219"/>
                  </a:lnTo>
                  <a:lnTo>
                    <a:pt x="106" y="219"/>
                  </a:lnTo>
                  <a:lnTo>
                    <a:pt x="116" y="217"/>
                  </a:lnTo>
                  <a:lnTo>
                    <a:pt x="127" y="216"/>
                  </a:lnTo>
                  <a:lnTo>
                    <a:pt x="136" y="212"/>
                  </a:lnTo>
                  <a:lnTo>
                    <a:pt x="143" y="205"/>
                  </a:lnTo>
                  <a:lnTo>
                    <a:pt x="143" y="205"/>
                  </a:lnTo>
                  <a:lnTo>
                    <a:pt x="149" y="199"/>
                  </a:lnTo>
                  <a:lnTo>
                    <a:pt x="152" y="192"/>
                  </a:lnTo>
                  <a:lnTo>
                    <a:pt x="154" y="183"/>
                  </a:lnTo>
                  <a:lnTo>
                    <a:pt x="154" y="173"/>
                  </a:lnTo>
                  <a:lnTo>
                    <a:pt x="154" y="158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7" name="Freeform 166"/>
            <p:cNvSpPr>
              <a:spLocks noEditPoints="1"/>
            </p:cNvSpPr>
            <p:nvPr/>
          </p:nvSpPr>
          <p:spPr bwMode="auto">
            <a:xfrm>
              <a:off x="8531226" y="3800475"/>
              <a:ext cx="53975" cy="290513"/>
            </a:xfrm>
            <a:custGeom>
              <a:avLst/>
              <a:gdLst>
                <a:gd name="T0" fmla="*/ 0 w 69"/>
                <a:gd name="T1" fmla="*/ 54 h 367"/>
                <a:gd name="T2" fmla="*/ 0 w 69"/>
                <a:gd name="T3" fmla="*/ 0 h 367"/>
                <a:gd name="T4" fmla="*/ 69 w 69"/>
                <a:gd name="T5" fmla="*/ 0 h 367"/>
                <a:gd name="T6" fmla="*/ 69 w 69"/>
                <a:gd name="T7" fmla="*/ 54 h 367"/>
                <a:gd name="T8" fmla="*/ 0 w 69"/>
                <a:gd name="T9" fmla="*/ 54 h 367"/>
                <a:gd name="T10" fmla="*/ 0 w 69"/>
                <a:gd name="T11" fmla="*/ 367 h 367"/>
                <a:gd name="T12" fmla="*/ 0 w 69"/>
                <a:gd name="T13" fmla="*/ 108 h 367"/>
                <a:gd name="T14" fmla="*/ 67 w 69"/>
                <a:gd name="T15" fmla="*/ 108 h 367"/>
                <a:gd name="T16" fmla="*/ 67 w 69"/>
                <a:gd name="T17" fmla="*/ 367 h 367"/>
                <a:gd name="T18" fmla="*/ 0 w 69"/>
                <a:gd name="T19" fmla="*/ 367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9" h="367">
                  <a:moveTo>
                    <a:pt x="0" y="54"/>
                  </a:moveTo>
                  <a:lnTo>
                    <a:pt x="0" y="0"/>
                  </a:lnTo>
                  <a:lnTo>
                    <a:pt x="69" y="0"/>
                  </a:lnTo>
                  <a:lnTo>
                    <a:pt x="69" y="54"/>
                  </a:lnTo>
                  <a:lnTo>
                    <a:pt x="0" y="54"/>
                  </a:lnTo>
                  <a:close/>
                  <a:moveTo>
                    <a:pt x="0" y="367"/>
                  </a:moveTo>
                  <a:lnTo>
                    <a:pt x="0" y="108"/>
                  </a:lnTo>
                  <a:lnTo>
                    <a:pt x="67" y="108"/>
                  </a:lnTo>
                  <a:lnTo>
                    <a:pt x="67" y="367"/>
                  </a:lnTo>
                  <a:lnTo>
                    <a:pt x="0" y="367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8" name="Rectangle 167"/>
            <p:cNvSpPr>
              <a:spLocks noChangeArrowheads="1"/>
            </p:cNvSpPr>
            <p:nvPr/>
          </p:nvSpPr>
          <p:spPr bwMode="auto">
            <a:xfrm>
              <a:off x="8640763" y="4032250"/>
              <a:ext cx="61913" cy="58738"/>
            </a:xfrm>
            <a:prstGeom prst="rect">
              <a:avLst/>
            </a:pr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19" name="Freeform 168"/>
            <p:cNvSpPr>
              <a:spLocks noEditPoints="1"/>
            </p:cNvSpPr>
            <p:nvPr/>
          </p:nvSpPr>
          <p:spPr bwMode="auto">
            <a:xfrm>
              <a:off x="8759826" y="3802063"/>
              <a:ext cx="176213" cy="292100"/>
            </a:xfrm>
            <a:custGeom>
              <a:avLst/>
              <a:gdLst>
                <a:gd name="T0" fmla="*/ 196 w 223"/>
                <a:gd name="T1" fmla="*/ 345 h 368"/>
                <a:gd name="T2" fmla="*/ 167 w 223"/>
                <a:gd name="T3" fmla="*/ 363 h 368"/>
                <a:gd name="T4" fmla="*/ 131 w 223"/>
                <a:gd name="T5" fmla="*/ 368 h 368"/>
                <a:gd name="T6" fmla="*/ 111 w 223"/>
                <a:gd name="T7" fmla="*/ 366 h 368"/>
                <a:gd name="T8" fmla="*/ 86 w 223"/>
                <a:gd name="T9" fmla="*/ 357 h 368"/>
                <a:gd name="T10" fmla="*/ 64 w 223"/>
                <a:gd name="T11" fmla="*/ 339 h 368"/>
                <a:gd name="T12" fmla="*/ 0 w 223"/>
                <a:gd name="T13" fmla="*/ 365 h 368"/>
                <a:gd name="T14" fmla="*/ 66 w 223"/>
                <a:gd name="T15" fmla="*/ 0 h 368"/>
                <a:gd name="T16" fmla="*/ 66 w 223"/>
                <a:gd name="T17" fmla="*/ 122 h 368"/>
                <a:gd name="T18" fmla="*/ 95 w 223"/>
                <a:gd name="T19" fmla="*/ 100 h 368"/>
                <a:gd name="T20" fmla="*/ 131 w 223"/>
                <a:gd name="T21" fmla="*/ 95 h 368"/>
                <a:gd name="T22" fmla="*/ 151 w 223"/>
                <a:gd name="T23" fmla="*/ 97 h 368"/>
                <a:gd name="T24" fmla="*/ 183 w 223"/>
                <a:gd name="T25" fmla="*/ 109 h 368"/>
                <a:gd name="T26" fmla="*/ 196 w 223"/>
                <a:gd name="T27" fmla="*/ 120 h 368"/>
                <a:gd name="T28" fmla="*/ 210 w 223"/>
                <a:gd name="T29" fmla="*/ 142 h 368"/>
                <a:gd name="T30" fmla="*/ 219 w 223"/>
                <a:gd name="T31" fmla="*/ 169 h 368"/>
                <a:gd name="T32" fmla="*/ 223 w 223"/>
                <a:gd name="T33" fmla="*/ 199 h 368"/>
                <a:gd name="T34" fmla="*/ 223 w 223"/>
                <a:gd name="T35" fmla="*/ 232 h 368"/>
                <a:gd name="T36" fmla="*/ 221 w 223"/>
                <a:gd name="T37" fmla="*/ 280 h 368"/>
                <a:gd name="T38" fmla="*/ 215 w 223"/>
                <a:gd name="T39" fmla="*/ 309 h 368"/>
                <a:gd name="T40" fmla="*/ 203 w 223"/>
                <a:gd name="T41" fmla="*/ 334 h 368"/>
                <a:gd name="T42" fmla="*/ 196 w 223"/>
                <a:gd name="T43" fmla="*/ 345 h 368"/>
                <a:gd name="T44" fmla="*/ 111 w 223"/>
                <a:gd name="T45" fmla="*/ 154 h 368"/>
                <a:gd name="T46" fmla="*/ 88 w 223"/>
                <a:gd name="T47" fmla="*/ 162 h 368"/>
                <a:gd name="T48" fmla="*/ 73 w 223"/>
                <a:gd name="T49" fmla="*/ 178 h 368"/>
                <a:gd name="T50" fmla="*/ 68 w 223"/>
                <a:gd name="T51" fmla="*/ 201 h 368"/>
                <a:gd name="T52" fmla="*/ 66 w 223"/>
                <a:gd name="T53" fmla="*/ 232 h 368"/>
                <a:gd name="T54" fmla="*/ 70 w 223"/>
                <a:gd name="T55" fmla="*/ 275 h 368"/>
                <a:gd name="T56" fmla="*/ 79 w 223"/>
                <a:gd name="T57" fmla="*/ 296 h 368"/>
                <a:gd name="T58" fmla="*/ 99 w 223"/>
                <a:gd name="T59" fmla="*/ 307 h 368"/>
                <a:gd name="T60" fmla="*/ 111 w 223"/>
                <a:gd name="T61" fmla="*/ 309 h 368"/>
                <a:gd name="T62" fmla="*/ 134 w 223"/>
                <a:gd name="T63" fmla="*/ 302 h 368"/>
                <a:gd name="T64" fmla="*/ 149 w 223"/>
                <a:gd name="T65" fmla="*/ 285 h 368"/>
                <a:gd name="T66" fmla="*/ 154 w 223"/>
                <a:gd name="T67" fmla="*/ 262 h 368"/>
                <a:gd name="T68" fmla="*/ 156 w 223"/>
                <a:gd name="T69" fmla="*/ 232 h 368"/>
                <a:gd name="T70" fmla="*/ 152 w 223"/>
                <a:gd name="T71" fmla="*/ 188 h 368"/>
                <a:gd name="T72" fmla="*/ 143 w 223"/>
                <a:gd name="T73" fmla="*/ 169 h 368"/>
                <a:gd name="T74" fmla="*/ 124 w 223"/>
                <a:gd name="T75" fmla="*/ 156 h 368"/>
                <a:gd name="T76" fmla="*/ 111 w 223"/>
                <a:gd name="T77" fmla="*/ 154 h 3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223" h="368">
                  <a:moveTo>
                    <a:pt x="196" y="345"/>
                  </a:moveTo>
                  <a:lnTo>
                    <a:pt x="196" y="345"/>
                  </a:lnTo>
                  <a:lnTo>
                    <a:pt x="183" y="354"/>
                  </a:lnTo>
                  <a:lnTo>
                    <a:pt x="167" y="363"/>
                  </a:lnTo>
                  <a:lnTo>
                    <a:pt x="149" y="366"/>
                  </a:lnTo>
                  <a:lnTo>
                    <a:pt x="131" y="368"/>
                  </a:lnTo>
                  <a:lnTo>
                    <a:pt x="131" y="368"/>
                  </a:lnTo>
                  <a:lnTo>
                    <a:pt x="111" y="366"/>
                  </a:lnTo>
                  <a:lnTo>
                    <a:pt x="93" y="363"/>
                  </a:lnTo>
                  <a:lnTo>
                    <a:pt x="86" y="357"/>
                  </a:lnTo>
                  <a:lnTo>
                    <a:pt x="79" y="354"/>
                  </a:lnTo>
                  <a:lnTo>
                    <a:pt x="64" y="339"/>
                  </a:lnTo>
                  <a:lnTo>
                    <a:pt x="64" y="365"/>
                  </a:lnTo>
                  <a:lnTo>
                    <a:pt x="0" y="365"/>
                  </a:lnTo>
                  <a:lnTo>
                    <a:pt x="0" y="0"/>
                  </a:lnTo>
                  <a:lnTo>
                    <a:pt x="66" y="0"/>
                  </a:lnTo>
                  <a:lnTo>
                    <a:pt x="66" y="122"/>
                  </a:lnTo>
                  <a:lnTo>
                    <a:pt x="66" y="122"/>
                  </a:lnTo>
                  <a:lnTo>
                    <a:pt x="79" y="109"/>
                  </a:lnTo>
                  <a:lnTo>
                    <a:pt x="95" y="100"/>
                  </a:lnTo>
                  <a:lnTo>
                    <a:pt x="111" y="97"/>
                  </a:lnTo>
                  <a:lnTo>
                    <a:pt x="131" y="95"/>
                  </a:lnTo>
                  <a:lnTo>
                    <a:pt x="131" y="95"/>
                  </a:lnTo>
                  <a:lnTo>
                    <a:pt x="151" y="97"/>
                  </a:lnTo>
                  <a:lnTo>
                    <a:pt x="167" y="102"/>
                  </a:lnTo>
                  <a:lnTo>
                    <a:pt x="183" y="109"/>
                  </a:lnTo>
                  <a:lnTo>
                    <a:pt x="196" y="120"/>
                  </a:lnTo>
                  <a:lnTo>
                    <a:pt x="196" y="120"/>
                  </a:lnTo>
                  <a:lnTo>
                    <a:pt x="203" y="129"/>
                  </a:lnTo>
                  <a:lnTo>
                    <a:pt x="210" y="142"/>
                  </a:lnTo>
                  <a:lnTo>
                    <a:pt x="215" y="154"/>
                  </a:lnTo>
                  <a:lnTo>
                    <a:pt x="219" y="169"/>
                  </a:lnTo>
                  <a:lnTo>
                    <a:pt x="221" y="183"/>
                  </a:lnTo>
                  <a:lnTo>
                    <a:pt x="223" y="199"/>
                  </a:lnTo>
                  <a:lnTo>
                    <a:pt x="223" y="232"/>
                  </a:lnTo>
                  <a:lnTo>
                    <a:pt x="223" y="232"/>
                  </a:lnTo>
                  <a:lnTo>
                    <a:pt x="223" y="264"/>
                  </a:lnTo>
                  <a:lnTo>
                    <a:pt x="221" y="280"/>
                  </a:lnTo>
                  <a:lnTo>
                    <a:pt x="219" y="294"/>
                  </a:lnTo>
                  <a:lnTo>
                    <a:pt x="215" y="309"/>
                  </a:lnTo>
                  <a:lnTo>
                    <a:pt x="210" y="321"/>
                  </a:lnTo>
                  <a:lnTo>
                    <a:pt x="203" y="334"/>
                  </a:lnTo>
                  <a:lnTo>
                    <a:pt x="196" y="345"/>
                  </a:lnTo>
                  <a:lnTo>
                    <a:pt x="196" y="345"/>
                  </a:lnTo>
                  <a:close/>
                  <a:moveTo>
                    <a:pt x="111" y="154"/>
                  </a:moveTo>
                  <a:lnTo>
                    <a:pt x="111" y="154"/>
                  </a:lnTo>
                  <a:lnTo>
                    <a:pt x="99" y="156"/>
                  </a:lnTo>
                  <a:lnTo>
                    <a:pt x="88" y="162"/>
                  </a:lnTo>
                  <a:lnTo>
                    <a:pt x="79" y="169"/>
                  </a:lnTo>
                  <a:lnTo>
                    <a:pt x="73" y="178"/>
                  </a:lnTo>
                  <a:lnTo>
                    <a:pt x="70" y="188"/>
                  </a:lnTo>
                  <a:lnTo>
                    <a:pt x="68" y="201"/>
                  </a:lnTo>
                  <a:lnTo>
                    <a:pt x="66" y="232"/>
                  </a:lnTo>
                  <a:lnTo>
                    <a:pt x="66" y="232"/>
                  </a:lnTo>
                  <a:lnTo>
                    <a:pt x="68" y="262"/>
                  </a:lnTo>
                  <a:lnTo>
                    <a:pt x="70" y="275"/>
                  </a:lnTo>
                  <a:lnTo>
                    <a:pt x="73" y="285"/>
                  </a:lnTo>
                  <a:lnTo>
                    <a:pt x="79" y="296"/>
                  </a:lnTo>
                  <a:lnTo>
                    <a:pt x="88" y="302"/>
                  </a:lnTo>
                  <a:lnTo>
                    <a:pt x="99" y="307"/>
                  </a:lnTo>
                  <a:lnTo>
                    <a:pt x="111" y="309"/>
                  </a:lnTo>
                  <a:lnTo>
                    <a:pt x="111" y="309"/>
                  </a:lnTo>
                  <a:lnTo>
                    <a:pt x="124" y="307"/>
                  </a:lnTo>
                  <a:lnTo>
                    <a:pt x="134" y="302"/>
                  </a:lnTo>
                  <a:lnTo>
                    <a:pt x="143" y="296"/>
                  </a:lnTo>
                  <a:lnTo>
                    <a:pt x="149" y="285"/>
                  </a:lnTo>
                  <a:lnTo>
                    <a:pt x="152" y="275"/>
                  </a:lnTo>
                  <a:lnTo>
                    <a:pt x="154" y="262"/>
                  </a:lnTo>
                  <a:lnTo>
                    <a:pt x="156" y="232"/>
                  </a:lnTo>
                  <a:lnTo>
                    <a:pt x="156" y="232"/>
                  </a:lnTo>
                  <a:lnTo>
                    <a:pt x="154" y="201"/>
                  </a:lnTo>
                  <a:lnTo>
                    <a:pt x="152" y="188"/>
                  </a:lnTo>
                  <a:lnTo>
                    <a:pt x="149" y="178"/>
                  </a:lnTo>
                  <a:lnTo>
                    <a:pt x="143" y="169"/>
                  </a:lnTo>
                  <a:lnTo>
                    <a:pt x="134" y="162"/>
                  </a:lnTo>
                  <a:lnTo>
                    <a:pt x="124" y="156"/>
                  </a:lnTo>
                  <a:lnTo>
                    <a:pt x="111" y="154"/>
                  </a:lnTo>
                  <a:lnTo>
                    <a:pt x="111" y="154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  <p:sp>
          <p:nvSpPr>
            <p:cNvPr id="220" name="Freeform 169"/>
            <p:cNvSpPr>
              <a:spLocks/>
            </p:cNvSpPr>
            <p:nvPr/>
          </p:nvSpPr>
          <p:spPr bwMode="auto">
            <a:xfrm>
              <a:off x="8986838" y="3878263"/>
              <a:ext cx="155575" cy="212725"/>
            </a:xfrm>
            <a:custGeom>
              <a:avLst/>
              <a:gdLst>
                <a:gd name="T0" fmla="*/ 146 w 196"/>
                <a:gd name="T1" fmla="*/ 75 h 270"/>
                <a:gd name="T2" fmla="*/ 146 w 196"/>
                <a:gd name="T3" fmla="*/ 75 h 270"/>
                <a:gd name="T4" fmla="*/ 139 w 196"/>
                <a:gd name="T5" fmla="*/ 70 h 270"/>
                <a:gd name="T6" fmla="*/ 132 w 196"/>
                <a:gd name="T7" fmla="*/ 65 h 270"/>
                <a:gd name="T8" fmla="*/ 123 w 196"/>
                <a:gd name="T9" fmla="*/ 61 h 270"/>
                <a:gd name="T10" fmla="*/ 112 w 196"/>
                <a:gd name="T11" fmla="*/ 59 h 270"/>
                <a:gd name="T12" fmla="*/ 112 w 196"/>
                <a:gd name="T13" fmla="*/ 59 h 270"/>
                <a:gd name="T14" fmla="*/ 103 w 196"/>
                <a:gd name="T15" fmla="*/ 61 h 270"/>
                <a:gd name="T16" fmla="*/ 96 w 196"/>
                <a:gd name="T17" fmla="*/ 63 h 270"/>
                <a:gd name="T18" fmla="*/ 88 w 196"/>
                <a:gd name="T19" fmla="*/ 67 h 270"/>
                <a:gd name="T20" fmla="*/ 81 w 196"/>
                <a:gd name="T21" fmla="*/ 72 h 270"/>
                <a:gd name="T22" fmla="*/ 76 w 196"/>
                <a:gd name="T23" fmla="*/ 79 h 270"/>
                <a:gd name="T24" fmla="*/ 72 w 196"/>
                <a:gd name="T25" fmla="*/ 88 h 270"/>
                <a:gd name="T26" fmla="*/ 69 w 196"/>
                <a:gd name="T27" fmla="*/ 97 h 270"/>
                <a:gd name="T28" fmla="*/ 69 w 196"/>
                <a:gd name="T29" fmla="*/ 110 h 270"/>
                <a:gd name="T30" fmla="*/ 69 w 196"/>
                <a:gd name="T31" fmla="*/ 270 h 270"/>
                <a:gd name="T32" fmla="*/ 0 w 196"/>
                <a:gd name="T33" fmla="*/ 270 h 270"/>
                <a:gd name="T34" fmla="*/ 0 w 196"/>
                <a:gd name="T35" fmla="*/ 4 h 270"/>
                <a:gd name="T36" fmla="*/ 67 w 196"/>
                <a:gd name="T37" fmla="*/ 4 h 270"/>
                <a:gd name="T38" fmla="*/ 67 w 196"/>
                <a:gd name="T39" fmla="*/ 29 h 270"/>
                <a:gd name="T40" fmla="*/ 67 w 196"/>
                <a:gd name="T41" fmla="*/ 29 h 270"/>
                <a:gd name="T42" fmla="*/ 78 w 196"/>
                <a:gd name="T43" fmla="*/ 18 h 270"/>
                <a:gd name="T44" fmla="*/ 94 w 196"/>
                <a:gd name="T45" fmla="*/ 9 h 270"/>
                <a:gd name="T46" fmla="*/ 112 w 196"/>
                <a:gd name="T47" fmla="*/ 2 h 270"/>
                <a:gd name="T48" fmla="*/ 123 w 196"/>
                <a:gd name="T49" fmla="*/ 0 h 270"/>
                <a:gd name="T50" fmla="*/ 133 w 196"/>
                <a:gd name="T51" fmla="*/ 0 h 270"/>
                <a:gd name="T52" fmla="*/ 133 w 196"/>
                <a:gd name="T53" fmla="*/ 0 h 270"/>
                <a:gd name="T54" fmla="*/ 151 w 196"/>
                <a:gd name="T55" fmla="*/ 2 h 270"/>
                <a:gd name="T56" fmla="*/ 167 w 196"/>
                <a:gd name="T57" fmla="*/ 5 h 270"/>
                <a:gd name="T58" fmla="*/ 182 w 196"/>
                <a:gd name="T59" fmla="*/ 14 h 270"/>
                <a:gd name="T60" fmla="*/ 196 w 196"/>
                <a:gd name="T61" fmla="*/ 25 h 270"/>
                <a:gd name="T62" fmla="*/ 146 w 196"/>
                <a:gd name="T63" fmla="*/ 75 h 27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96" h="270">
                  <a:moveTo>
                    <a:pt x="146" y="75"/>
                  </a:moveTo>
                  <a:lnTo>
                    <a:pt x="146" y="75"/>
                  </a:lnTo>
                  <a:lnTo>
                    <a:pt x="139" y="70"/>
                  </a:lnTo>
                  <a:lnTo>
                    <a:pt x="132" y="65"/>
                  </a:lnTo>
                  <a:lnTo>
                    <a:pt x="123" y="61"/>
                  </a:lnTo>
                  <a:lnTo>
                    <a:pt x="112" y="59"/>
                  </a:lnTo>
                  <a:lnTo>
                    <a:pt x="112" y="59"/>
                  </a:lnTo>
                  <a:lnTo>
                    <a:pt x="103" y="61"/>
                  </a:lnTo>
                  <a:lnTo>
                    <a:pt x="96" y="63"/>
                  </a:lnTo>
                  <a:lnTo>
                    <a:pt x="88" y="67"/>
                  </a:lnTo>
                  <a:lnTo>
                    <a:pt x="81" y="72"/>
                  </a:lnTo>
                  <a:lnTo>
                    <a:pt x="76" y="79"/>
                  </a:lnTo>
                  <a:lnTo>
                    <a:pt x="72" y="88"/>
                  </a:lnTo>
                  <a:lnTo>
                    <a:pt x="69" y="97"/>
                  </a:lnTo>
                  <a:lnTo>
                    <a:pt x="69" y="110"/>
                  </a:lnTo>
                  <a:lnTo>
                    <a:pt x="69" y="270"/>
                  </a:lnTo>
                  <a:lnTo>
                    <a:pt x="0" y="270"/>
                  </a:lnTo>
                  <a:lnTo>
                    <a:pt x="0" y="4"/>
                  </a:lnTo>
                  <a:lnTo>
                    <a:pt x="67" y="4"/>
                  </a:lnTo>
                  <a:lnTo>
                    <a:pt x="67" y="29"/>
                  </a:lnTo>
                  <a:lnTo>
                    <a:pt x="67" y="29"/>
                  </a:lnTo>
                  <a:lnTo>
                    <a:pt x="78" y="18"/>
                  </a:lnTo>
                  <a:lnTo>
                    <a:pt x="94" y="9"/>
                  </a:lnTo>
                  <a:lnTo>
                    <a:pt x="112" y="2"/>
                  </a:lnTo>
                  <a:lnTo>
                    <a:pt x="123" y="0"/>
                  </a:lnTo>
                  <a:lnTo>
                    <a:pt x="133" y="0"/>
                  </a:lnTo>
                  <a:lnTo>
                    <a:pt x="133" y="0"/>
                  </a:lnTo>
                  <a:lnTo>
                    <a:pt x="151" y="2"/>
                  </a:lnTo>
                  <a:lnTo>
                    <a:pt x="167" y="5"/>
                  </a:lnTo>
                  <a:lnTo>
                    <a:pt x="182" y="14"/>
                  </a:lnTo>
                  <a:lnTo>
                    <a:pt x="196" y="25"/>
                  </a:lnTo>
                  <a:lnTo>
                    <a:pt x="146" y="75"/>
                  </a:lnTo>
                  <a:close/>
                </a:path>
              </a:pathLst>
            </a:custGeom>
            <a:solidFill>
              <a:srgbClr val="005CA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289872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/>
          <p:cNvSpPr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cxnSp>
        <p:nvCxnSpPr>
          <p:cNvPr id="9" name="Conector reto 8"/>
          <p:cNvCxnSpPr/>
          <p:nvPr userDrawn="1"/>
        </p:nvCxnSpPr>
        <p:spPr>
          <a:xfrm>
            <a:off x="0" y="6484295"/>
            <a:ext cx="12192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2111" y="6558166"/>
            <a:ext cx="911659" cy="23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1269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6" r:id="rId2"/>
    <p:sldLayoutId id="2147483666" r:id="rId3"/>
    <p:sldLayoutId id="2147483667" r:id="rId4"/>
    <p:sldLayoutId id="2147483671" r:id="rId5"/>
    <p:sldLayoutId id="2147483677" r:id="rId6"/>
    <p:sldLayoutId id="214748367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70C0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0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3.xml"/><Relationship Id="rId1" Type="http://schemas.openxmlformats.org/officeDocument/2006/relationships/video" Target="https://www.youtube.com/embed/TsaLQAetPLU?feature=oembed" TargetMode="Externa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git-scm.com/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723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/>
          <p:cNvSpPr>
            <a:spLocks noGrp="1"/>
          </p:cNvSpPr>
          <p:nvPr>
            <p:ph type="subTitle" idx="4294967295"/>
          </p:nvPr>
        </p:nvSpPr>
        <p:spPr>
          <a:xfrm>
            <a:off x="838200" y="2703025"/>
            <a:ext cx="10765212" cy="1655763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pt-BR">
                <a:solidFill>
                  <a:schemeClr val="bg1"/>
                </a:solidFill>
              </a:rPr>
              <a:t>Professor: Henrique Delegrego</a:t>
            </a:r>
          </a:p>
        </p:txBody>
      </p:sp>
      <p:sp>
        <p:nvSpPr>
          <p:cNvPr id="4" name="Título 3"/>
          <p:cNvSpPr>
            <a:spLocks noGrp="1"/>
          </p:cNvSpPr>
          <p:nvPr>
            <p:ph type="title"/>
          </p:nvPr>
        </p:nvSpPr>
        <p:spPr>
          <a:xfrm>
            <a:off x="838199" y="882649"/>
            <a:ext cx="9974180" cy="1325563"/>
          </a:xfrm>
        </p:spPr>
        <p:txBody>
          <a:bodyPr>
            <a:normAutofit/>
          </a:bodyPr>
          <a:lstStyle/>
          <a:p>
            <a:r>
              <a:rPr lang="pt-BR"/>
              <a:t>Ciclo do Software e Versionamento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78E618D-135C-648C-C960-0DF1EDA0A9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27" t="18699" r="11453" b="17221"/>
          <a:stretch>
            <a:fillRect/>
          </a:stretch>
        </p:blipFill>
        <p:spPr bwMode="auto">
          <a:xfrm>
            <a:off x="4481796" y="5582514"/>
            <a:ext cx="2304175" cy="710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 - Logo Downloads">
            <a:extLst>
              <a:ext uri="{FF2B5EF4-FFF2-40B4-BE49-F238E27FC236}">
                <a16:creationId xmlns:a16="http://schemas.microsoft.com/office/drawing/2014/main" id="{3C8C151E-47E4-0AC8-7D9A-AE1222799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968" y="5657602"/>
            <a:ext cx="1521849" cy="63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3537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F22ED-C194-11DD-5DA3-F743210A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SIX Basic Steps of Software Development by KitelyTech">
            <a:extLst>
              <a:ext uri="{FF2B5EF4-FFF2-40B4-BE49-F238E27FC236}">
                <a16:creationId xmlns:a16="http://schemas.microsoft.com/office/drawing/2014/main" id="{5460C81A-23F8-4EB9-0BE1-82E127CBC62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813" t="1663" r="24139" b="1456"/>
          <a:stretch/>
        </p:blipFill>
        <p:spPr bwMode="auto">
          <a:xfrm>
            <a:off x="3159607" y="953411"/>
            <a:ext cx="4370589" cy="4401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75D4F6-DBB5-40DC-A8A5-CAFF294DF40F}"/>
              </a:ext>
            </a:extLst>
          </p:cNvPr>
          <p:cNvSpPr txBox="1"/>
          <p:nvPr/>
        </p:nvSpPr>
        <p:spPr>
          <a:xfrm>
            <a:off x="7158047" y="4736131"/>
            <a:ext cx="4370589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Esse projeto: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É possível ser feito a tempo?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Está dentro do orçamento?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Faz do zero ou compra uma solução?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Quais são os objetivos?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060ABAD-1789-2279-F833-B3580CAFCDC5}"/>
              </a:ext>
            </a:extLst>
          </p:cNvPr>
          <p:cNvSpPr txBox="1"/>
          <p:nvPr/>
        </p:nvSpPr>
        <p:spPr>
          <a:xfrm>
            <a:off x="1237789" y="5385562"/>
            <a:ext cx="17467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Casos de uso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Personas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Estórias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443E066-2015-4BB1-65AD-F677EE918ED6}"/>
              </a:ext>
            </a:extLst>
          </p:cNvPr>
          <p:cNvSpPr/>
          <p:nvPr/>
        </p:nvSpPr>
        <p:spPr>
          <a:xfrm rot="8414279">
            <a:off x="2898999" y="5163670"/>
            <a:ext cx="580028" cy="259935"/>
          </a:xfrm>
          <a:prstGeom prst="rightArrow">
            <a:avLst/>
          </a:prstGeom>
          <a:solidFill>
            <a:srgbClr val="293E6B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4924DC6-CBFC-8C8B-77E8-CCB0817E511E}"/>
              </a:ext>
            </a:extLst>
          </p:cNvPr>
          <p:cNvSpPr/>
          <p:nvPr/>
        </p:nvSpPr>
        <p:spPr>
          <a:xfrm rot="1433933">
            <a:off x="6580319" y="5185456"/>
            <a:ext cx="580028" cy="259935"/>
          </a:xfrm>
          <a:prstGeom prst="rightArrow">
            <a:avLst/>
          </a:prstGeom>
          <a:solidFill>
            <a:srgbClr val="B1292F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6831A5DB-734B-DF49-E371-A61A4BC0F8AC}"/>
              </a:ext>
            </a:extLst>
          </p:cNvPr>
          <p:cNvSpPr/>
          <p:nvPr/>
        </p:nvSpPr>
        <p:spPr>
          <a:xfrm rot="10800000">
            <a:off x="2500754" y="3366703"/>
            <a:ext cx="580028" cy="259935"/>
          </a:xfrm>
          <a:prstGeom prst="rightArrow">
            <a:avLst/>
          </a:prstGeom>
          <a:solidFill>
            <a:srgbClr val="0093DA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007980C-BED8-4699-3C2B-5BF207A1CB89}"/>
              </a:ext>
            </a:extLst>
          </p:cNvPr>
          <p:cNvSpPr txBox="1"/>
          <p:nvPr/>
        </p:nvSpPr>
        <p:spPr>
          <a:xfrm>
            <a:off x="-1281" y="2979474"/>
            <a:ext cx="27434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É feito o fluxograma, diagrama de classes e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Mockups das interfaces</a:t>
            </a:r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0F4EC894-9B28-38C8-950C-09A495401575}"/>
              </a:ext>
            </a:extLst>
          </p:cNvPr>
          <p:cNvSpPr/>
          <p:nvPr/>
        </p:nvSpPr>
        <p:spPr>
          <a:xfrm rot="11663422">
            <a:off x="2765324" y="1202174"/>
            <a:ext cx="580028" cy="259935"/>
          </a:xfrm>
          <a:prstGeom prst="rightArrow">
            <a:avLst/>
          </a:prstGeom>
          <a:solidFill>
            <a:srgbClr val="0C9D8B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61604E8-004E-13E4-A800-B08DC3681836}"/>
              </a:ext>
            </a:extLst>
          </p:cNvPr>
          <p:cNvSpPr txBox="1"/>
          <p:nvPr/>
        </p:nvSpPr>
        <p:spPr>
          <a:xfrm>
            <a:off x="803392" y="741791"/>
            <a:ext cx="29436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É iniciada a programação do software</a:t>
            </a: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FC8671E-70E2-50B4-E6EB-238736CB0640}"/>
              </a:ext>
            </a:extLst>
          </p:cNvPr>
          <p:cNvSpPr/>
          <p:nvPr/>
        </p:nvSpPr>
        <p:spPr>
          <a:xfrm rot="20185108">
            <a:off x="6550243" y="999120"/>
            <a:ext cx="580028" cy="259935"/>
          </a:xfrm>
          <a:prstGeom prst="rightArrow">
            <a:avLst/>
          </a:prstGeom>
          <a:solidFill>
            <a:srgbClr val="EDB717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BF0037-DB96-E46A-61DF-D82ED442F53A}"/>
              </a:ext>
            </a:extLst>
          </p:cNvPr>
          <p:cNvSpPr txBox="1"/>
          <p:nvPr/>
        </p:nvSpPr>
        <p:spPr>
          <a:xfrm>
            <a:off x="7482627" y="112939"/>
            <a:ext cx="406867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São feitos os testes: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Integridade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Disponibilidade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Performance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Compatibilidade e facilidade de uso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Integração de módulos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61A3C4F4-3AA4-6ED5-D3A4-8C8B7AA15813}"/>
              </a:ext>
            </a:extLst>
          </p:cNvPr>
          <p:cNvSpPr/>
          <p:nvPr/>
        </p:nvSpPr>
        <p:spPr>
          <a:xfrm>
            <a:off x="7609021" y="3110014"/>
            <a:ext cx="580029" cy="259935"/>
          </a:xfrm>
          <a:prstGeom prst="rightArrow">
            <a:avLst/>
          </a:prstGeom>
          <a:solidFill>
            <a:srgbClr val="EF8101"/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451AE-5413-9F90-A921-4CF7D83D10F4}"/>
              </a:ext>
            </a:extLst>
          </p:cNvPr>
          <p:cNvSpPr txBox="1"/>
          <p:nvPr/>
        </p:nvSpPr>
        <p:spPr>
          <a:xfrm>
            <a:off x="8251429" y="2317588"/>
            <a:ext cx="383389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Processo de configurar e disponibilizar um software para os usuários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É feita a comercialização do software</a:t>
            </a:r>
          </a:p>
          <a:p>
            <a:r>
              <a:rPr lang="pt-BR" sz="2000">
                <a:latin typeface="Calibri" panose="020F0502020204030204" pitchFamily="34" charset="0"/>
                <a:cs typeface="Calibri" panose="020F0502020204030204" pitchFamily="34" charset="0"/>
              </a:rPr>
              <a:t>Correções de bugs menores são feitas nessa etapa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E38391A-D9B2-0C9B-1612-BFAAA3057B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31" b="94639" l="1017" r="91864">
                        <a14:foregroundMark x1="20678" y1="52577" x2="20000" y2="50928"/>
                        <a14:foregroundMark x1="19322" y1="52990" x2="21695" y2="49691"/>
                        <a14:foregroundMark x1="20000" y1="52165" x2="26102" y2="59588"/>
                        <a14:foregroundMark x1="36271" y1="49072" x2="38644" y2="56907"/>
                        <a14:foregroundMark x1="24746" y1="51959" x2="51186" y2="53402"/>
                        <a14:foregroundMark x1="29153" y1="50722" x2="56949" y2="55670"/>
                        <a14:foregroundMark x1="56949" y1="55670" x2="56949" y2="55670"/>
                        <a14:foregroundMark x1="67119" y1="49278" x2="75593" y2="53814"/>
                        <a14:foregroundMark x1="83051" y1="49691" x2="71186" y2="56701"/>
                        <a14:foregroundMark x1="77627" y1="52990" x2="71186" y2="55876"/>
                        <a14:foregroundMark x1="83390" y1="51753" x2="67458" y2="54845"/>
                        <a14:foregroundMark x1="69492" y1="52165" x2="43729" y2="55876"/>
                        <a14:foregroundMark x1="58305" y1="51134" x2="52203" y2="55670"/>
                        <a14:foregroundMark x1="32203" y1="63505" x2="55932" y2="59175"/>
                        <a14:foregroundMark x1="46441" y1="56907" x2="58305" y2="61443"/>
                        <a14:foregroundMark x1="36949" y1="65773" x2="19322" y2="70722"/>
                        <a14:foregroundMark x1="17627" y1="69485" x2="29831" y2="65773"/>
                        <a14:foregroundMark x1="16271" y1="69278" x2="54237" y2="66804"/>
                        <a14:foregroundMark x1="49831" y1="67629" x2="74915" y2="69072"/>
                        <a14:foregroundMark x1="74915" y1="69072" x2="75254" y2="68660"/>
                        <a14:foregroundMark x1="75932" y1="68041" x2="81356" y2="65155"/>
                        <a14:foregroundMark x1="71186" y1="69485" x2="71186" y2="48454"/>
                        <a14:foregroundMark x1="58983" y1="50103" x2="51186" y2="66804"/>
                        <a14:foregroundMark x1="55932" y1="53814" x2="52542" y2="66392"/>
                        <a14:foregroundMark x1="70169" y1="6804" x2="76271" y2="5567"/>
                        <a14:foregroundMark x1="73559" y1="1856" x2="73220" y2="1237"/>
                        <a14:foregroundMark x1="5424" y1="25979" x2="6441" y2="28247"/>
                        <a14:foregroundMark x1="1017" y1="72371" x2="3729" y2="72371"/>
                        <a14:foregroundMark x1="35932" y1="94845" x2="64746" y2="93402"/>
                        <a14:foregroundMark x1="91864" y1="46804" x2="88136" y2="4948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295190" y="2121869"/>
            <a:ext cx="1313831" cy="216002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820064-066B-96BD-1D40-835C5B388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257" y="2884678"/>
            <a:ext cx="178757" cy="189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06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/>
      <p:bldP spid="17" grpId="0"/>
      <p:bldP spid="18" grpId="0" animBg="1"/>
      <p:bldP spid="19" grpId="0" animBg="1"/>
      <p:bldP spid="20" grpId="0" animBg="1"/>
      <p:bldP spid="21" grpId="0"/>
      <p:bldP spid="22" grpId="0" animBg="1"/>
      <p:bldP spid="23" grpId="0"/>
      <p:bldP spid="24" grpId="0" animBg="1"/>
      <p:bldP spid="25" grpId="0" uiExpand="1"/>
      <p:bldP spid="26" grpId="0" animBg="1"/>
      <p:bldP spid="27" grpId="0" uiExpan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0EB11-ACD9-F390-5B05-AA328CC96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809C18-ADCD-364A-0095-D2E4B6A6A6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6EAA63D6-992E-3866-72C6-53E44A916CC5}"/>
              </a:ext>
            </a:extLst>
          </p:cNvPr>
          <p:cNvSpPr txBox="1">
            <a:spLocks/>
          </p:cNvSpPr>
          <p:nvPr/>
        </p:nvSpPr>
        <p:spPr>
          <a:xfrm>
            <a:off x="723890" y="4515483"/>
            <a:ext cx="59216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56FCD59-5B98-09F7-90B8-63688AA8A1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31" t="25748" r="51881" b="21745"/>
          <a:stretch/>
        </p:blipFill>
        <p:spPr>
          <a:xfrm>
            <a:off x="1607619" y="4466239"/>
            <a:ext cx="1033272" cy="52322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90F26ED-AB48-806F-F921-A038FC010973}"/>
              </a:ext>
            </a:extLst>
          </p:cNvPr>
          <p:cNvSpPr txBox="1"/>
          <p:nvPr/>
        </p:nvSpPr>
        <p:spPr>
          <a:xfrm>
            <a:off x="0" y="5137683"/>
            <a:ext cx="73579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É uma ferramenta de versionamento</a:t>
            </a:r>
          </a:p>
        </p:txBody>
      </p:sp>
      <p:sp>
        <p:nvSpPr>
          <p:cNvPr id="20" name="Título 1">
            <a:extLst>
              <a:ext uri="{FF2B5EF4-FFF2-40B4-BE49-F238E27FC236}">
                <a16:creationId xmlns:a16="http://schemas.microsoft.com/office/drawing/2014/main" id="{2AD68FC9-F86D-FD19-37B2-8D8AD7695A25}"/>
              </a:ext>
            </a:extLst>
          </p:cNvPr>
          <p:cNvSpPr txBox="1">
            <a:spLocks/>
          </p:cNvSpPr>
          <p:nvPr/>
        </p:nvSpPr>
        <p:spPr>
          <a:xfrm>
            <a:off x="667386" y="1182668"/>
            <a:ext cx="221491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Versionamento</a:t>
            </a:r>
          </a:p>
        </p:txBody>
      </p:sp>
      <p:pic>
        <p:nvPicPr>
          <p:cNvPr id="21" name="Picture 2" descr="Top 5 Open Source Version Control Tools for System Admins">
            <a:extLst>
              <a:ext uri="{FF2B5EF4-FFF2-40B4-BE49-F238E27FC236}">
                <a16:creationId xmlns:a16="http://schemas.microsoft.com/office/drawing/2014/main" id="{E786DD22-D5F7-460F-5525-6AEF760F9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66" t="31339" r="1414" b="21200"/>
          <a:stretch/>
        </p:blipFill>
        <p:spPr bwMode="auto">
          <a:xfrm>
            <a:off x="3237921" y="1124438"/>
            <a:ext cx="2214917" cy="5411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0917C86-003E-E50D-5EC7-359378B202D5}"/>
              </a:ext>
            </a:extLst>
          </p:cNvPr>
          <p:cNvSpPr txBox="1"/>
          <p:nvPr/>
        </p:nvSpPr>
        <p:spPr>
          <a:xfrm>
            <a:off x="0" y="1943257"/>
            <a:ext cx="10123715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Responsável por gerenciar alterações em programas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À medida que as equipes desenvolvem, é comum que várias versões do mesmo software sejam implementadas em locais diferentes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Permite que várias pessoas trabalhem em um mesmo projeto</a:t>
            </a:r>
          </a:p>
        </p:txBody>
      </p:sp>
    </p:spTree>
    <p:extLst>
      <p:ext uri="{BB962C8B-B14F-4D97-AF65-F5344CB8AC3E}">
        <p14:creationId xmlns:p14="http://schemas.microsoft.com/office/powerpoint/2010/main" val="836918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9A2-A2F4-C426-6C10-59330CE207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DAFA04-AB3C-EC0F-94D2-6EE24786C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DDED14A-A317-7B12-A86F-FFE045F1A7C1}"/>
              </a:ext>
            </a:extLst>
          </p:cNvPr>
          <p:cNvSpPr txBox="1">
            <a:spLocks/>
          </p:cNvSpPr>
          <p:nvPr/>
        </p:nvSpPr>
        <p:spPr>
          <a:xfrm>
            <a:off x="691708" y="1309091"/>
            <a:ext cx="1118431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GitHub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FBE8E8-E755-7EE8-04D5-547F3496BAE6}"/>
              </a:ext>
            </a:extLst>
          </p:cNvPr>
          <p:cNvSpPr txBox="1"/>
          <p:nvPr/>
        </p:nvSpPr>
        <p:spPr>
          <a:xfrm>
            <a:off x="-1" y="2055426"/>
            <a:ext cx="9615949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Ferramenta de versionamento mais usada no mundo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Tem concorrentes como o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GitLab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Atlassian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BitBucket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e vários outros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F7A6717-4E4A-63A8-766A-BAECEE3ED0A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8789" t="5133" r="4976" b="9396"/>
          <a:stretch/>
        </p:blipFill>
        <p:spPr>
          <a:xfrm>
            <a:off x="1943612" y="1168334"/>
            <a:ext cx="675529" cy="677533"/>
          </a:xfrm>
          <a:prstGeom prst="rect">
            <a:avLst/>
          </a:prstGeom>
        </p:spPr>
      </p:pic>
      <p:pic>
        <p:nvPicPr>
          <p:cNvPr id="4" name="Online Media 3" title="Como personalizar o seu perfil no Github (Readme)">
            <a:hlinkClick r:id="" action="ppaction://media"/>
            <a:extLst>
              <a:ext uri="{FF2B5EF4-FFF2-40B4-BE49-F238E27FC236}">
                <a16:creationId xmlns:a16="http://schemas.microsoft.com/office/drawing/2014/main" id="{AED46337-3214-9AA6-2C4B-DA394EC5A2C3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7520429" y="4066767"/>
            <a:ext cx="3402650" cy="191399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B4F8AA6-D07C-335D-31A3-2A699DFBFA4B}"/>
              </a:ext>
            </a:extLst>
          </p:cNvPr>
          <p:cNvSpPr txBox="1"/>
          <p:nvPr/>
        </p:nvSpPr>
        <p:spPr>
          <a:xfrm>
            <a:off x="7563281" y="3530353"/>
            <a:ext cx="33169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Vídeo que eu recomendo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9213A97-0186-2A6D-F607-1643102D61F0}"/>
              </a:ext>
            </a:extLst>
          </p:cNvPr>
          <p:cNvSpPr txBox="1"/>
          <p:nvPr/>
        </p:nvSpPr>
        <p:spPr>
          <a:xfrm>
            <a:off x="1" y="3686483"/>
            <a:ext cx="509451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8500">
              <a:spcBef>
                <a:spcPts val="600"/>
              </a:spcBef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Agora: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Vamos criar uma conta no GitHub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Personalizar o nosso perfil</a:t>
            </a:r>
          </a:p>
        </p:txBody>
      </p:sp>
    </p:spTree>
    <p:extLst>
      <p:ext uri="{BB962C8B-B14F-4D97-AF65-F5344CB8AC3E}">
        <p14:creationId xmlns:p14="http://schemas.microsoft.com/office/powerpoint/2010/main" val="243253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  <p:bldLst>
      <p:bldP spid="6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DD80E-0E55-AFCA-4A62-589BE1CCE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A335DF5-710A-D674-4770-842BC0055E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B347342-5535-E0E2-5D50-692DB7087275}"/>
              </a:ext>
            </a:extLst>
          </p:cNvPr>
          <p:cNvSpPr txBox="1">
            <a:spLocks/>
          </p:cNvSpPr>
          <p:nvPr/>
        </p:nvSpPr>
        <p:spPr>
          <a:xfrm>
            <a:off x="734787" y="823854"/>
            <a:ext cx="2553991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Repositório (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Repo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C2A3E1-646C-CE00-A3B4-F84BE8A3EE1B}"/>
              </a:ext>
            </a:extLst>
          </p:cNvPr>
          <p:cNvSpPr txBox="1"/>
          <p:nvPr/>
        </p:nvSpPr>
        <p:spPr>
          <a:xfrm>
            <a:off x="0" y="1248586"/>
            <a:ext cx="9412014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Local onde são armazenados arquivos e pastas relacionados a um projeto específico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Armazena o histórico completo do projeto, incluindo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commits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branches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requests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e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merges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Permite reverter para versões anteriores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Não deve ser salvo arquivos de build (módulos,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classfiles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jars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), esses arquivos deverão ser mencionados no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gitignore</a:t>
            </a:r>
            <a:endParaRPr lang="pt-BR" sz="2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Segue o padrão de nomenclatura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kebab-case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Separação de palavras com hífen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Caracteres em minúsculo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Evite caracteres especiais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Evite começar o nome do repositório com números</a:t>
            </a:r>
          </a:p>
        </p:txBody>
      </p:sp>
      <p:pic>
        <p:nvPicPr>
          <p:cNvPr id="3" name="Picture 2" descr="Git 101: What's a Git Repository and How to Create it? | by S.J. | An Idea  (by Ingenious Piece) | Medium">
            <a:extLst>
              <a:ext uri="{FF2B5EF4-FFF2-40B4-BE49-F238E27FC236}">
                <a16:creationId xmlns:a16="http://schemas.microsoft.com/office/drawing/2014/main" id="{B262AFC7-366E-CB80-D988-6915594C75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97" t="14840" r="10256" b="11339"/>
          <a:stretch>
            <a:fillRect/>
          </a:stretch>
        </p:blipFill>
        <p:spPr bwMode="auto">
          <a:xfrm>
            <a:off x="10131901" y="2668555"/>
            <a:ext cx="1745967" cy="1614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424150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19723-9AC0-B988-6059-24AB3F45BD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7AE7C3-79DB-EA35-0799-06D800949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9E2CDDF-5C29-54FF-9A15-0D786CA1A7C3}"/>
              </a:ext>
            </a:extLst>
          </p:cNvPr>
          <p:cNvSpPr txBox="1">
            <a:spLocks/>
          </p:cNvSpPr>
          <p:nvPr/>
        </p:nvSpPr>
        <p:spPr>
          <a:xfrm>
            <a:off x="718614" y="990147"/>
            <a:ext cx="140192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gitignore</a:t>
            </a:r>
            <a:endParaRPr lang="pt-BR" sz="2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9C3CD4-D24A-7D6D-8C68-AFBF42CBE02D}"/>
              </a:ext>
            </a:extLst>
          </p:cNvPr>
          <p:cNvSpPr txBox="1"/>
          <p:nvPr/>
        </p:nvSpPr>
        <p:spPr>
          <a:xfrm>
            <a:off x="0" y="1798428"/>
            <a:ext cx="833223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Arquivo de texto, que geralmente fica na raiz do projeto, que indica quais arquivos, pastas ou caminhos devem ser ignorados intencionalmente</a:t>
            </a:r>
          </a:p>
        </p:txBody>
      </p:sp>
      <p:pic>
        <p:nvPicPr>
          <p:cNvPr id="1026" name="Picture 2" descr="gitignore: How Does it Work? - Designveloper">
            <a:extLst>
              <a:ext uri="{FF2B5EF4-FFF2-40B4-BE49-F238E27FC236}">
                <a16:creationId xmlns:a16="http://schemas.microsoft.com/office/drawing/2014/main" id="{C4CE6C8D-CBCC-086F-C884-03D9D40CD1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" r="22090" b="13196"/>
          <a:stretch>
            <a:fillRect/>
          </a:stretch>
        </p:blipFill>
        <p:spPr bwMode="auto">
          <a:xfrm>
            <a:off x="8948529" y="1159174"/>
            <a:ext cx="3045245" cy="153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708B0A-21DF-ABE5-DC35-769250EC224D}"/>
              </a:ext>
            </a:extLst>
          </p:cNvPr>
          <p:cNvSpPr txBox="1"/>
          <p:nvPr/>
        </p:nvSpPr>
        <p:spPr>
          <a:xfrm>
            <a:off x="0" y="2998757"/>
            <a:ext cx="11653935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Seu principal objetivo é manter artefatos de compilação, configurações do editor e outros ruídos fora do repositório, para que os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commits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permaneçam limpos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Para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ignorar um arquivo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específico, basta escrever o nome dele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Pastas são ignoradas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escrevendo o nome da pasta seguido por uma barra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Para ignorar extensões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, use, por exemplo: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*.log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que instrui o Git a ignorar todos os arquivos que terminam em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.log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, independentemente do nome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Linhas que começam com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#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são ignoradas (comentários)</a:t>
            </a:r>
          </a:p>
        </p:txBody>
      </p:sp>
    </p:spTree>
    <p:extLst>
      <p:ext uri="{BB962C8B-B14F-4D97-AF65-F5344CB8AC3E}">
        <p14:creationId xmlns:p14="http://schemas.microsoft.com/office/powerpoint/2010/main" val="2821238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77705-462E-B731-1EE6-748A49DF6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71D5E4-A446-D531-B1AE-2BA2EEF41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9C129F4B-EAD2-83FC-DD91-AB461944B43B}"/>
              </a:ext>
            </a:extLst>
          </p:cNvPr>
          <p:cNvSpPr txBox="1">
            <a:spLocks/>
          </p:cNvSpPr>
          <p:nvPr/>
        </p:nvSpPr>
        <p:spPr>
          <a:xfrm>
            <a:off x="732190" y="1188180"/>
            <a:ext cx="132261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README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623F7D7-9AE7-FEFB-FE23-16406B60AFCC}"/>
              </a:ext>
            </a:extLst>
          </p:cNvPr>
          <p:cNvSpPr txBox="1"/>
          <p:nvPr/>
        </p:nvSpPr>
        <p:spPr>
          <a:xfrm>
            <a:off x="0" y="1933394"/>
            <a:ext cx="7021286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Arquivo de texto que fornece informações sobre o repositório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Serve como ponto de entrada principal para usuários e colaboradores, oferecendo uma visão geral do projeto, além de instruções sobre como utilizá-lo, contribuir ou configurá-lo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0C6DF04-E51E-06D8-9D16-54B785810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745444"/>
            <a:ext cx="2915110" cy="547979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A4962E0-1BCA-F77E-1827-7AB6E13955D9}"/>
              </a:ext>
            </a:extLst>
          </p:cNvPr>
          <p:cNvSpPr txBox="1"/>
          <p:nvPr/>
        </p:nvSpPr>
        <p:spPr>
          <a:xfrm>
            <a:off x="0" y="5414641"/>
            <a:ext cx="7905135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8500">
              <a:spcBef>
                <a:spcPts val="600"/>
              </a:spcBef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Agora: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Vamos criar um repositório e fazer o push de um arquivo</a:t>
            </a:r>
          </a:p>
        </p:txBody>
      </p:sp>
    </p:spTree>
    <p:extLst>
      <p:ext uri="{BB962C8B-B14F-4D97-AF65-F5344CB8AC3E}">
        <p14:creationId xmlns:p14="http://schemas.microsoft.com/office/powerpoint/2010/main" val="2106146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8F2147-B782-AAD9-F7E0-719B15804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DE5632-2410-6BA6-EC76-C83945687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D54FFBFB-E63B-9947-C7C1-8EAA8CB26793}"/>
              </a:ext>
            </a:extLst>
          </p:cNvPr>
          <p:cNvSpPr txBox="1">
            <a:spLocks/>
          </p:cNvSpPr>
          <p:nvPr/>
        </p:nvSpPr>
        <p:spPr>
          <a:xfrm>
            <a:off x="698007" y="1164461"/>
            <a:ext cx="179736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Staging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Area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625774-2976-037C-419F-A91E2622FE19}"/>
              </a:ext>
            </a:extLst>
          </p:cNvPr>
          <p:cNvSpPr txBox="1"/>
          <p:nvPr/>
        </p:nvSpPr>
        <p:spPr>
          <a:xfrm>
            <a:off x="-1" y="2008209"/>
            <a:ext cx="11135171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Funciona como um espaço intermediário entre o diretório de trabalho e o repositório onde você escolhe as alterações que deseja incluir no próximo 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Permite selecionar com precisão o que será incluído no próximo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Facilita a organização das mudanças, especialmente em projetos grandes ou com muitas alterações simultâneas</a:t>
            </a:r>
          </a:p>
        </p:txBody>
      </p:sp>
    </p:spTree>
    <p:extLst>
      <p:ext uri="{BB962C8B-B14F-4D97-AF65-F5344CB8AC3E}">
        <p14:creationId xmlns:p14="http://schemas.microsoft.com/office/powerpoint/2010/main" val="41765391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CC29A-88C7-EC4A-D8C9-20A488F3C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147869-26B2-461F-F3D0-4CD8D0241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AE43D85B-BF1F-C005-2CD6-BD9C987D7214}"/>
              </a:ext>
            </a:extLst>
          </p:cNvPr>
          <p:cNvSpPr txBox="1">
            <a:spLocks/>
          </p:cNvSpPr>
          <p:nvPr/>
        </p:nvSpPr>
        <p:spPr>
          <a:xfrm>
            <a:off x="684055" y="745444"/>
            <a:ext cx="1187475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Commit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7E7CDC-F893-57A3-E9B7-68435F09D1B2}"/>
              </a:ext>
            </a:extLst>
          </p:cNvPr>
          <p:cNvSpPr txBox="1"/>
          <p:nvPr/>
        </p:nvSpPr>
        <p:spPr>
          <a:xfrm>
            <a:off x="0" y="1396378"/>
            <a:ext cx="11691258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Salva as mudanças feitas no projeto, seja adições, edições, exclusões ou movimentações de arquivos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Cada commit é acompanhado por uma mensagem que fornece uma descrição concisa do que foi alterado ou adicionado no 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 convenção é usar: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Inglês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Imperativo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Ex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: “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fix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bug”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Português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Presente do indicativo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Ex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: “conserta bug”</a:t>
            </a:r>
          </a:p>
        </p:txBody>
      </p:sp>
    </p:spTree>
    <p:extLst>
      <p:ext uri="{BB962C8B-B14F-4D97-AF65-F5344CB8AC3E}">
        <p14:creationId xmlns:p14="http://schemas.microsoft.com/office/powerpoint/2010/main" val="14698586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A8323-9A9E-16AC-CDF6-29CF08C9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9B26A8-7128-4DF7-E4CE-F7B6099F7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25BA5F1D-D566-BC38-411B-FF317A59DCA2}"/>
              </a:ext>
            </a:extLst>
          </p:cNvPr>
          <p:cNvSpPr txBox="1">
            <a:spLocks/>
          </p:cNvSpPr>
          <p:nvPr/>
        </p:nvSpPr>
        <p:spPr>
          <a:xfrm>
            <a:off x="678265" y="1074077"/>
            <a:ext cx="305900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Mensagem de commit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858375-D1D5-217F-C6B9-EC20B8F3B683}"/>
              </a:ext>
            </a:extLst>
          </p:cNvPr>
          <p:cNvSpPr txBox="1"/>
          <p:nvPr/>
        </p:nvSpPr>
        <p:spPr>
          <a:xfrm>
            <a:off x="0" y="1636201"/>
            <a:ext cx="11215396" cy="35855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Além do texto da mensagem é comum colocar o tipo do commit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Tipo de mudança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feat: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Nova funcionalidade -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feat: adiciona suporte a login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fix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Correção de bug -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fix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 corrige alinhamento de botão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refactor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Reestruturação de código -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refactor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 simplifica tratamento de erros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docs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Mudanças na documentação -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docs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 atualiza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schema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 do banco de dados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comment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Adição de comentários -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comment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 adiciona comentários</a:t>
            </a:r>
          </a:p>
          <a:p>
            <a:pPr marL="1177200" lvl="1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style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Indentação e separação de linhas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style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: remove linha em branco</a:t>
            </a:r>
          </a:p>
        </p:txBody>
      </p:sp>
    </p:spTree>
    <p:extLst>
      <p:ext uri="{BB962C8B-B14F-4D97-AF65-F5344CB8AC3E}">
        <p14:creationId xmlns:p14="http://schemas.microsoft.com/office/powerpoint/2010/main" val="40395909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ABC15-A3D1-20B5-DAA0-D9543A62C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80A0B0-E9CB-B803-82EC-EC357A353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1E6CDEB8-E5E1-868D-6FF5-8117D97B42AB}"/>
              </a:ext>
            </a:extLst>
          </p:cNvPr>
          <p:cNvSpPr txBox="1">
            <a:spLocks/>
          </p:cNvSpPr>
          <p:nvPr/>
        </p:nvSpPr>
        <p:spPr>
          <a:xfrm>
            <a:off x="591642" y="1147369"/>
            <a:ext cx="1570444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/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endParaRPr lang="pt-BR" sz="2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9FB384-068C-083D-A31A-7483BD0F7A7A}"/>
              </a:ext>
            </a:extLst>
          </p:cNvPr>
          <p:cNvSpPr txBox="1"/>
          <p:nvPr/>
        </p:nvSpPr>
        <p:spPr>
          <a:xfrm>
            <a:off x="-2" y="2008209"/>
            <a:ext cx="11989751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endParaRPr lang="pt-BR" sz="2400" b="1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Ação de fazer upload da sua versão local para um repositório, disponibilizando suas alterações para outros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endParaRPr lang="pt-BR" sz="2400" b="1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Processo de fazer download das alterações de um repositório para a sua versão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Usado para buscar e integrar mudanças do repositório remoto para o seu branch local</a:t>
            </a:r>
          </a:p>
        </p:txBody>
      </p:sp>
    </p:spTree>
    <p:extLst>
      <p:ext uri="{BB962C8B-B14F-4D97-AF65-F5344CB8AC3E}">
        <p14:creationId xmlns:p14="http://schemas.microsoft.com/office/powerpoint/2010/main" val="11182647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938AA-11E9-5E7C-284D-DF5C1ED62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3414EF-DC99-0F68-B5AF-6DEFB00EC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0E8B8EA-1F42-5ED5-35BF-5F63ACB60B07}"/>
              </a:ext>
            </a:extLst>
          </p:cNvPr>
          <p:cNvSpPr txBox="1">
            <a:spLocks/>
          </p:cNvSpPr>
          <p:nvPr/>
        </p:nvSpPr>
        <p:spPr>
          <a:xfrm>
            <a:off x="722984" y="1478999"/>
            <a:ext cx="1986644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Instalando Git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0C25E7-0229-579B-54A5-DD462E73AD51}"/>
              </a:ext>
            </a:extLst>
          </p:cNvPr>
          <p:cNvSpPr txBox="1"/>
          <p:nvPr/>
        </p:nvSpPr>
        <p:spPr>
          <a:xfrm>
            <a:off x="-1" y="2208183"/>
            <a:ext cx="797322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Para checar se você tem o Git instalado na sua máquina, abra o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cmd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e digite: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git --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version</a:t>
            </a:r>
            <a:endParaRPr lang="pt-BR" sz="2400" b="1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852BF5-A1A9-57F9-7797-E989F2210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5276" y="3429000"/>
            <a:ext cx="6181448" cy="2466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7346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D9BD46-E532-1DB3-A408-3B3FCBD56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53D22D-94A3-5C54-29F0-7DACC9F03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8D852CC-F5A3-D3D6-F392-186710F2860E}"/>
              </a:ext>
            </a:extLst>
          </p:cNvPr>
          <p:cNvSpPr txBox="1">
            <a:spLocks/>
          </p:cNvSpPr>
          <p:nvPr/>
        </p:nvSpPr>
        <p:spPr>
          <a:xfrm>
            <a:off x="638137" y="969677"/>
            <a:ext cx="1986644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Instalando Git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199A58B-D377-F7B7-025B-72C5810BE0DA}"/>
              </a:ext>
            </a:extLst>
          </p:cNvPr>
          <p:cNvSpPr txBox="1"/>
          <p:nvPr/>
        </p:nvSpPr>
        <p:spPr>
          <a:xfrm>
            <a:off x="0" y="1685669"/>
            <a:ext cx="88990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Caso você não tenha instalado, acesse o site do Git para baixar</a:t>
            </a:r>
          </a:p>
        </p:txBody>
      </p:sp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EE5E4E42-C33E-C4D0-6225-40959A2F6D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68"/>
          <a:stretch>
            <a:fillRect/>
          </a:stretch>
        </p:blipFill>
        <p:spPr>
          <a:xfrm>
            <a:off x="3650172" y="2610960"/>
            <a:ext cx="4891655" cy="349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410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1CAF6-EB6C-390B-57BF-16427AE2B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43835D-3756-BF52-B8AD-C3DD44530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4C25F8B-B8B8-7A52-20D1-0DDE6F58722D}"/>
              </a:ext>
            </a:extLst>
          </p:cNvPr>
          <p:cNvSpPr txBox="1">
            <a:spLocks/>
          </p:cNvSpPr>
          <p:nvPr/>
        </p:nvSpPr>
        <p:spPr>
          <a:xfrm>
            <a:off x="669318" y="756745"/>
            <a:ext cx="472377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Iniciando um repositório na nuvem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5E471F-884A-B067-3FAC-08E331AFD7F5}"/>
              </a:ext>
            </a:extLst>
          </p:cNvPr>
          <p:cNvSpPr txBox="1"/>
          <p:nvPr/>
        </p:nvSpPr>
        <p:spPr>
          <a:xfrm>
            <a:off x="0" y="1320527"/>
            <a:ext cx="118055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Assim que um repositório no GitHub é criado, essa tela aparece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A9DA10-57BE-2774-69FC-94EA479D0F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613" y="1921242"/>
            <a:ext cx="5756330" cy="372334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8E43C32-521B-BF72-43BF-0C2A2B97E637}"/>
              </a:ext>
            </a:extLst>
          </p:cNvPr>
          <p:cNvSpPr txBox="1"/>
          <p:nvPr/>
        </p:nvSpPr>
        <p:spPr>
          <a:xfrm>
            <a:off x="0" y="5468137"/>
            <a:ext cx="6096000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Vamos criar um repositório no GitHub</a:t>
            </a:r>
          </a:p>
        </p:txBody>
      </p:sp>
    </p:spTree>
    <p:extLst>
      <p:ext uri="{BB962C8B-B14F-4D97-AF65-F5344CB8AC3E}">
        <p14:creationId xmlns:p14="http://schemas.microsoft.com/office/powerpoint/2010/main" val="2304340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B9E3-10ED-471F-6642-4A429738C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2D26CC-EDB7-C1CF-5C64-9B65C9872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2FE80F01-38D0-8263-B50B-317E327782FD}"/>
              </a:ext>
            </a:extLst>
          </p:cNvPr>
          <p:cNvSpPr txBox="1">
            <a:spLocks/>
          </p:cNvSpPr>
          <p:nvPr/>
        </p:nvSpPr>
        <p:spPr>
          <a:xfrm>
            <a:off x="718379" y="913919"/>
            <a:ext cx="395625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Iniciando um repositório local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943163-763B-38EF-4AC4-9C7B952C2965}"/>
              </a:ext>
            </a:extLst>
          </p:cNvPr>
          <p:cNvSpPr txBox="1"/>
          <p:nvPr/>
        </p:nvSpPr>
        <p:spPr>
          <a:xfrm>
            <a:off x="0" y="1380347"/>
            <a:ext cx="9398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Crie uma pasta no seu computador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Habilite a visualização da extensão dos arquivos e pastas ocultas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Crie os arquivos de programação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Abra algum terminal no caminho do diretório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Execute os comandos do Git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2D7E6E-0D3F-B4C5-7AAF-90D0DE19A4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" t="52340" r="50000" b="23681"/>
          <a:stretch/>
        </p:blipFill>
        <p:spPr>
          <a:xfrm>
            <a:off x="2705988" y="3690611"/>
            <a:ext cx="6780024" cy="2253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02359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509C7E-6C4D-D051-C2C9-0F132D4FD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1E3403-5C0E-1807-68CE-DFC812F07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25A76F64-2F04-1597-36D6-66088FCF20AC}"/>
              </a:ext>
            </a:extLst>
          </p:cNvPr>
          <p:cNvSpPr txBox="1">
            <a:spLocks/>
          </p:cNvSpPr>
          <p:nvPr/>
        </p:nvSpPr>
        <p:spPr>
          <a:xfrm>
            <a:off x="658027" y="779497"/>
            <a:ext cx="3307222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Iniciando um repositório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ACA75E-AAF0-AE8B-97FB-C2842767CBC1}"/>
              </a:ext>
            </a:extLst>
          </p:cNvPr>
          <p:cNvSpPr txBox="1"/>
          <p:nvPr/>
        </p:nvSpPr>
        <p:spPr>
          <a:xfrm>
            <a:off x="0" y="1195684"/>
            <a:ext cx="1180555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echo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"# tutorial" &gt;&gt; README.md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Escreve no arquivo README.md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init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Inicializa um repositório na pasta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add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.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Adiciona todos os arquivos na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Staging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Area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commit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–m “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first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commit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”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Faz o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commit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dos arquivos com uma mensagem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branch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–M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main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Renomeia a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branch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principal para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main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(nomenclatura moderna)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remote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add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... 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Conecta o repositório local ao seu repositório no GitHub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git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–u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origin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b="1" dirty="0" err="1">
                <a:latin typeface="Calibri" panose="020F0502020204030204" pitchFamily="34" charset="0"/>
                <a:cs typeface="Calibri" panose="020F0502020204030204" pitchFamily="34" charset="0"/>
              </a:rPr>
              <a:t>main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Faz o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do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commit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para o GitHub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58C2C1-01B6-502E-DAE8-E4B14FC2C4F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333" t="52340" r="50000" b="23681"/>
          <a:stretch/>
        </p:blipFill>
        <p:spPr>
          <a:xfrm>
            <a:off x="2820709" y="4573710"/>
            <a:ext cx="6550582" cy="217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7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F94E1-64D3-B738-3494-C5BF183083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B7EAB6-291E-9D30-F528-1C0E06B35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1228B2C8-3909-99B0-2D61-CDB491A7F7E0}"/>
              </a:ext>
            </a:extLst>
          </p:cNvPr>
          <p:cNvSpPr txBox="1">
            <a:spLocks/>
          </p:cNvSpPr>
          <p:nvPr/>
        </p:nvSpPr>
        <p:spPr>
          <a:xfrm>
            <a:off x="564022" y="719677"/>
            <a:ext cx="3407228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e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no terminal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74559B4-95DE-5615-FE5F-BE7661B3B70A}"/>
              </a:ext>
            </a:extLst>
          </p:cNvPr>
          <p:cNvSpPr txBox="1"/>
          <p:nvPr/>
        </p:nvSpPr>
        <p:spPr>
          <a:xfrm>
            <a:off x="0" y="1195684"/>
            <a:ext cx="7135737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Para fazer um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push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 em um repositório do GitHub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 add . 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 commit –m “mensagem de commit”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 push –u origin main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71ABDB-99F7-34C6-6412-55CD4657AC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345" r="33232" b="14263"/>
          <a:stretch/>
        </p:blipFill>
        <p:spPr>
          <a:xfrm>
            <a:off x="7743827" y="1019791"/>
            <a:ext cx="3898899" cy="258731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48150F-29E5-F4E4-EBD7-5AEEE9427C06}"/>
              </a:ext>
            </a:extLst>
          </p:cNvPr>
          <p:cNvSpPr txBox="1"/>
          <p:nvPr/>
        </p:nvSpPr>
        <p:spPr>
          <a:xfrm>
            <a:off x="1" y="3455558"/>
            <a:ext cx="7021286" cy="9079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Para fazer um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 de um repositório do GitHub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endParaRPr lang="pt-BR" sz="2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44EDF1-4D9F-AB1E-FD13-FFB45BD4A0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664" r="2903" b="14936"/>
          <a:stretch/>
        </p:blipFill>
        <p:spPr>
          <a:xfrm>
            <a:off x="3456976" y="4218037"/>
            <a:ext cx="5278048" cy="2212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478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FFF1E-B52A-0941-3243-DC54017963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48D10C-6306-6C2D-E6D1-3E1BFC21A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15967458-D6B5-F812-45CA-4371ED9A7F0D}"/>
              </a:ext>
            </a:extLst>
          </p:cNvPr>
          <p:cNvSpPr txBox="1">
            <a:spLocks/>
          </p:cNvSpPr>
          <p:nvPr/>
        </p:nvSpPr>
        <p:spPr>
          <a:xfrm>
            <a:off x="719830" y="1376829"/>
            <a:ext cx="91241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Clone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A8621B-A3CA-327D-5425-E57A89F1A4A4}"/>
              </a:ext>
            </a:extLst>
          </p:cNvPr>
          <p:cNvSpPr txBox="1"/>
          <p:nvPr/>
        </p:nvSpPr>
        <p:spPr>
          <a:xfrm>
            <a:off x="0" y="2063573"/>
            <a:ext cx="7272471" cy="20159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Cria uma cópia local de um repositório existente, permitindo que você trabalhe e faça alterações no projeto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 cópia local é totalmente funcional, o que significa que você pode editar arquivos e fazer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commits</a:t>
            </a:r>
            <a:endParaRPr lang="pt-BR" sz="2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4C9160-A188-B93A-2D0D-271B7B8AF4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14" r="3061"/>
          <a:stretch/>
        </p:blipFill>
        <p:spPr>
          <a:xfrm>
            <a:off x="8232122" y="2063573"/>
            <a:ext cx="3545038" cy="2092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7357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E8D8A-37E6-1AC0-F68E-6CDF95439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A72D0A-26C4-1DC7-F681-2C8FB78E5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5DD5E81-D2AE-6389-079A-75FDEBCE8FA6}"/>
              </a:ext>
            </a:extLst>
          </p:cNvPr>
          <p:cNvSpPr txBox="1">
            <a:spLocks/>
          </p:cNvSpPr>
          <p:nvPr/>
        </p:nvSpPr>
        <p:spPr>
          <a:xfrm>
            <a:off x="690226" y="719444"/>
            <a:ext cx="3351935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Clonando um repositório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8DEE0D3-1187-0F29-84F8-A8D88F486972}"/>
              </a:ext>
            </a:extLst>
          </p:cNvPr>
          <p:cNvSpPr txBox="1"/>
          <p:nvPr/>
        </p:nvSpPr>
        <p:spPr>
          <a:xfrm>
            <a:off x="0" y="1195684"/>
            <a:ext cx="1163937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Para clonar um repositório do GitHub em um repositório local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Vá no repositório do GitHub e pegue o link dele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Digite no terminal dentro da pasta do repositório: git clone &lt;link&gt;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Ex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git clone https://github.com/HenriqueDelegrego/tutorial.git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Isso vai fazer com que o repositório do GitHub se conecte ao seu repositório local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9B314A-F873-CA8C-618E-AEE684CAE01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1" b="18607"/>
          <a:stretch/>
        </p:blipFill>
        <p:spPr>
          <a:xfrm>
            <a:off x="408214" y="3635021"/>
            <a:ext cx="7806623" cy="271163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72972E-9308-700E-D486-0215762E845A}"/>
              </a:ext>
            </a:extLst>
          </p:cNvPr>
          <p:cNvSpPr txBox="1"/>
          <p:nvPr/>
        </p:nvSpPr>
        <p:spPr>
          <a:xfrm>
            <a:off x="8326016" y="4371819"/>
            <a:ext cx="3686564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Vamos fazer o clone de um repositório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Fazer exercícios 1 e 2</a:t>
            </a:r>
          </a:p>
        </p:txBody>
      </p:sp>
    </p:spTree>
    <p:extLst>
      <p:ext uri="{BB962C8B-B14F-4D97-AF65-F5344CB8AC3E}">
        <p14:creationId xmlns:p14="http://schemas.microsoft.com/office/powerpoint/2010/main" val="3946939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B3ABD-83FD-6FD0-1F1C-6AB54719F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7CC060-250E-FFDF-4695-A92E656E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4E66FC3-ABF1-E066-E95F-BE3FB0B610E5}"/>
              </a:ext>
            </a:extLst>
          </p:cNvPr>
          <p:cNvSpPr txBox="1">
            <a:spLocks/>
          </p:cNvSpPr>
          <p:nvPr/>
        </p:nvSpPr>
        <p:spPr>
          <a:xfrm>
            <a:off x="719829" y="1275557"/>
            <a:ext cx="1074788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Branch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3EEF0D2-D764-C046-AC79-3081FE2D4463}"/>
              </a:ext>
            </a:extLst>
          </p:cNvPr>
          <p:cNvSpPr txBox="1"/>
          <p:nvPr/>
        </p:nvSpPr>
        <p:spPr>
          <a:xfrm>
            <a:off x="0" y="2008209"/>
            <a:ext cx="6452075" cy="16466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Linha de desenvolvimento separada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Utilizado para organizar, isolar e controlar mudanças no código sem afetar diretamente o código principal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44D8EC-0DEA-BECF-0EB8-F8998C56410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104" t="6020" r="2792" b="27770"/>
          <a:stretch/>
        </p:blipFill>
        <p:spPr>
          <a:xfrm>
            <a:off x="6556587" y="1494492"/>
            <a:ext cx="5420810" cy="17951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D5710B-4BB7-50E2-B27B-8B7C322C396D}"/>
              </a:ext>
            </a:extLst>
          </p:cNvPr>
          <p:cNvSpPr txBox="1"/>
          <p:nvPr/>
        </p:nvSpPr>
        <p:spPr>
          <a:xfrm>
            <a:off x="-1" y="3654814"/>
            <a:ext cx="1153263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Possibilita desenvolver duas ou mais versões do software simultaneamente. Por exemplo, uma versão que tem o código funcionando, mas não possui novas funcionalidades e outra versão onde novas funcionalidades estão sendo trabalhadas</a:t>
            </a:r>
          </a:p>
        </p:txBody>
      </p:sp>
    </p:spTree>
    <p:extLst>
      <p:ext uri="{BB962C8B-B14F-4D97-AF65-F5344CB8AC3E}">
        <p14:creationId xmlns:p14="http://schemas.microsoft.com/office/powerpoint/2010/main" val="27973463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07AED-0162-8F63-250C-4A540A547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DCD7A84-CD51-406C-9626-22186FB5AD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FA9EE770-AEEF-02AD-A2BE-A5362CE87D9D}"/>
              </a:ext>
            </a:extLst>
          </p:cNvPr>
          <p:cNvSpPr txBox="1">
            <a:spLocks/>
          </p:cNvSpPr>
          <p:nvPr/>
        </p:nvSpPr>
        <p:spPr>
          <a:xfrm>
            <a:off x="764953" y="1144126"/>
            <a:ext cx="3954017" cy="757130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/ Merge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(PR / MR)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CB8388-611C-427F-18BB-782820575614}"/>
              </a:ext>
            </a:extLst>
          </p:cNvPr>
          <p:cNvSpPr txBox="1"/>
          <p:nvPr/>
        </p:nvSpPr>
        <p:spPr>
          <a:xfrm>
            <a:off x="0" y="2139398"/>
            <a:ext cx="5954269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Permite um desenvolvedor propor alterações em um código para revisão antes que elas sejam incorporadas na branch principal do projeto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3BC8C2-B0C4-4973-CDF5-D811AEA83AF3}"/>
              </a:ext>
            </a:extLst>
          </p:cNvPr>
          <p:cNvSpPr txBox="1"/>
          <p:nvPr/>
        </p:nvSpPr>
        <p:spPr>
          <a:xfrm>
            <a:off x="0" y="3709058"/>
            <a:ext cx="1135380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É aberto um espaço para que outros desenvolvedores revisem, discutam e sugiram modificações antes de as alterações serem mescladas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Uma vez que o PR foi revisado e aprovado pelos membros necessários da equipe, pode ser feito o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merge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Caso as mudanças não forem necessárias ou soluções melhores terem sido encontradas, um PR pode não ser aceito e fechado sem ser feito o merge</a:t>
            </a:r>
          </a:p>
        </p:txBody>
      </p:sp>
      <p:pic>
        <p:nvPicPr>
          <p:cNvPr id="3" name="Picture 2" descr="Pull/Merge Requests: seguindo boas práticas | by Henrique Braga | luizalabs  | Medium">
            <a:extLst>
              <a:ext uri="{FF2B5EF4-FFF2-40B4-BE49-F238E27FC236}">
                <a16:creationId xmlns:a16="http://schemas.microsoft.com/office/drawing/2014/main" id="{EF45CA43-4E2B-10AD-D984-916E4AD408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2"/>
          <a:stretch/>
        </p:blipFill>
        <p:spPr bwMode="auto">
          <a:xfrm>
            <a:off x="6237732" y="1052582"/>
            <a:ext cx="5812535" cy="1697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73847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C8D54-E7FD-C895-C96D-D22EA2B11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78C762-67AF-C2CC-9FE9-F78124D68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9BF34347-ABB6-A31D-0785-CC1EAAE13AA1}"/>
              </a:ext>
            </a:extLst>
          </p:cNvPr>
          <p:cNvSpPr txBox="1">
            <a:spLocks/>
          </p:cNvSpPr>
          <p:nvPr/>
        </p:nvSpPr>
        <p:spPr>
          <a:xfrm>
            <a:off x="732079" y="1029101"/>
            <a:ext cx="1010458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Merge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39BD28-D1DD-09DA-257C-8CECBEB3CCFA}"/>
              </a:ext>
            </a:extLst>
          </p:cNvPr>
          <p:cNvSpPr txBox="1"/>
          <p:nvPr/>
        </p:nvSpPr>
        <p:spPr>
          <a:xfrm>
            <a:off x="0" y="1576329"/>
            <a:ext cx="7591244" cy="23852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Processo de combinar as alterações de uma branch em outro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Um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conflito de merge (merge conflict)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acontece quando o Git não consegue mesclar automaticamente as alterações porque a mesma parte do código foi editada de maneiras diferentes em duas branches</a:t>
            </a:r>
          </a:p>
        </p:txBody>
      </p:sp>
      <p:pic>
        <p:nvPicPr>
          <p:cNvPr id="4" name="Picture 2" descr="Git - Merge - GeeksforGeeks">
            <a:extLst>
              <a:ext uri="{FF2B5EF4-FFF2-40B4-BE49-F238E27FC236}">
                <a16:creationId xmlns:a16="http://schemas.microsoft.com/office/drawing/2014/main" id="{4BAD52A9-41E3-AFC9-68C6-1F9908B6B3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6" t="10228" r="553" b="7926"/>
          <a:stretch/>
        </p:blipFill>
        <p:spPr bwMode="auto">
          <a:xfrm>
            <a:off x="7896748" y="1420292"/>
            <a:ext cx="4000623" cy="2189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7ADFDA-629E-A66E-6F54-97BEB71982F6}"/>
              </a:ext>
            </a:extLst>
          </p:cNvPr>
          <p:cNvSpPr txBox="1"/>
          <p:nvPr/>
        </p:nvSpPr>
        <p:spPr>
          <a:xfrm>
            <a:off x="0" y="3961597"/>
            <a:ext cx="11688792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 dica é sempre ter coordenação com a sua equipe sobre quais arquivos serão modificados e trabalhar com a versão atualizada dos arquivos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Merge conflicts podem ocorrer por: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Edições simultâneas: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Duas pessoas modificam as mesmas linhas em um arquivo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Exclusão vs. Modificação: 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Uma pessoa exclui um arquivo enquanto outra o edita</a:t>
            </a:r>
          </a:p>
        </p:txBody>
      </p:sp>
    </p:spTree>
    <p:extLst>
      <p:ext uri="{BB962C8B-B14F-4D97-AF65-F5344CB8AC3E}">
        <p14:creationId xmlns:p14="http://schemas.microsoft.com/office/powerpoint/2010/main" val="10988649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987F4-95AA-A8F8-DA10-3E8A0FE0B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40A3CD-AEA8-FBA5-CB93-A44C0461E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 dirty="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B02D0D6-31F8-04BD-A6E9-2056FC5390E2}"/>
              </a:ext>
            </a:extLst>
          </p:cNvPr>
          <p:cNvSpPr txBox="1">
            <a:spLocks/>
          </p:cNvSpPr>
          <p:nvPr/>
        </p:nvSpPr>
        <p:spPr>
          <a:xfrm>
            <a:off x="707317" y="853954"/>
            <a:ext cx="2881917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Criando outra branch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E91AE8-5F38-9564-74F1-996274663C01}"/>
              </a:ext>
            </a:extLst>
          </p:cNvPr>
          <p:cNvSpPr txBox="1"/>
          <p:nvPr/>
        </p:nvSpPr>
        <p:spPr>
          <a:xfrm>
            <a:off x="0" y="1348414"/>
            <a:ext cx="1185990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Para criar uma outra branch: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Digite no terminal dentro da pasta do repositório: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checkout -b &lt;nome-branch&gt;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Para se locomover entre branches já existentes, repita o código omitindo o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-b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Mencione o nome da branch no push: </a:t>
            </a: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git push -u origin nova-branch</a:t>
            </a:r>
          </a:p>
          <a:p>
            <a:pPr marL="1177200" lvl="2" indent="-571500">
              <a:spcBef>
                <a:spcPts val="600"/>
              </a:spcBef>
              <a:buFont typeface="Wingdings" panose="05000000000000000000" pitchFamily="2" charset="2"/>
              <a:buChar char="§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Abra o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no GitHub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E14A1-CB83-5934-26C5-1364C2CD8E0C}"/>
              </a:ext>
            </a:extLst>
          </p:cNvPr>
          <p:cNvSpPr txBox="1"/>
          <p:nvPr/>
        </p:nvSpPr>
        <p:spPr>
          <a:xfrm>
            <a:off x="7445829" y="4198153"/>
            <a:ext cx="4488024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7600">
              <a:spcBef>
                <a:spcPts val="600"/>
              </a:spcBef>
            </a:pPr>
            <a:r>
              <a:rPr lang="pt-BR" sz="2400" b="1" dirty="0">
                <a:latin typeface="Calibri" panose="020F0502020204030204" pitchFamily="34" charset="0"/>
                <a:cs typeface="Calibri" panose="020F0502020204030204" pitchFamily="34" charset="0"/>
              </a:rPr>
              <a:t>Agora:</a:t>
            </a: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Vamos criar um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endParaRPr lang="pt-BR" sz="2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20000" lvl="1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 dirty="0">
                <a:latin typeface="Calibri" panose="020F0502020204030204" pitchFamily="34" charset="0"/>
                <a:cs typeface="Calibri" panose="020F0502020204030204" pitchFamily="34" charset="0"/>
              </a:rPr>
              <a:t>Fazer exercício 3 e 4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6942D5-F64C-DCF6-30B7-E32018B5B8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17" y="3764519"/>
            <a:ext cx="5799246" cy="2505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849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903DA-71AB-F813-1E8C-AC23A1F6C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C15C9A-55C8-F3DF-BA34-72E9BA753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B645F162-327F-9095-6610-1E9F62230849}"/>
              </a:ext>
            </a:extLst>
          </p:cNvPr>
          <p:cNvSpPr txBox="1">
            <a:spLocks/>
          </p:cNvSpPr>
          <p:nvPr/>
        </p:nvSpPr>
        <p:spPr>
          <a:xfrm>
            <a:off x="710296" y="1048398"/>
            <a:ext cx="758796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Fork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479B6D-E9BC-4E3D-B391-27B1A66E48CA}"/>
              </a:ext>
            </a:extLst>
          </p:cNvPr>
          <p:cNvSpPr txBox="1"/>
          <p:nvPr/>
        </p:nvSpPr>
        <p:spPr>
          <a:xfrm>
            <a:off x="0" y="1929252"/>
            <a:ext cx="7837714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Processo de criar uma cópia pessoal de um repositório, tipicamente de projetos </a:t>
            </a:r>
            <a:r>
              <a:rPr lang="pt-BR" sz="2400" b="1">
                <a:latin typeface="Calibri" panose="020F0502020204030204" pitchFamily="34" charset="0"/>
                <a:cs typeface="Calibri" panose="020F0502020204030204" pitchFamily="34" charset="0"/>
              </a:rPr>
              <a:t>Open </a:t>
            </a:r>
            <a:r>
              <a:rPr lang="pt-BR" sz="2400" b="1" err="1">
                <a:latin typeface="Calibri" panose="020F0502020204030204" pitchFamily="34" charset="0"/>
                <a:cs typeface="Calibri" panose="020F0502020204030204" pitchFamily="34" charset="0"/>
              </a:rPr>
              <a:t>Source</a:t>
            </a:r>
            <a:endParaRPr lang="pt-BR" sz="2400" b="1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Feito para implementar novas funcionalidades ou consertar bugs</a:t>
            </a:r>
          </a:p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Tem a opção de contribuir com o projeto original a partir de um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Pull</a:t>
            </a: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t-BR" sz="2400" err="1">
                <a:latin typeface="Calibri" panose="020F0502020204030204" pitchFamily="34" charset="0"/>
                <a:cs typeface="Calibri" panose="020F0502020204030204" pitchFamily="34" charset="0"/>
              </a:rPr>
              <a:t>Request</a:t>
            </a:r>
            <a:endParaRPr lang="pt-BR" sz="2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CF30705-1613-BE09-D2F3-7A4F79CD77F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423" t="34966" r="11133" b="16055"/>
          <a:stretch>
            <a:fillRect/>
          </a:stretch>
        </p:blipFill>
        <p:spPr bwMode="auto">
          <a:xfrm>
            <a:off x="8778667" y="1929252"/>
            <a:ext cx="2847275" cy="283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38187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BD74D-7E50-FA74-1260-6CCBCAEA6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E78102-AB12-0362-D284-7621AF573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0" y="209913"/>
            <a:ext cx="6096000" cy="535531"/>
          </a:xfrm>
        </p:spPr>
        <p:txBody>
          <a:bodyPr wrap="square">
            <a:spAutoFit/>
          </a:bodyPr>
          <a:lstStyle/>
          <a:p>
            <a:pPr algn="ctr"/>
            <a:r>
              <a:rPr lang="pt-BR" sz="3200">
                <a:latin typeface="Calibri" panose="020F0502020204030204" pitchFamily="34" charset="0"/>
                <a:cs typeface="Calibri" panose="020F0502020204030204" pitchFamily="34" charset="0"/>
              </a:rPr>
              <a:t>Ciclo do Software e Versionamento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FC62228A-FFC7-6DEF-B4CA-FA85F51C0E9F}"/>
              </a:ext>
            </a:extLst>
          </p:cNvPr>
          <p:cNvSpPr txBox="1">
            <a:spLocks/>
          </p:cNvSpPr>
          <p:nvPr/>
        </p:nvSpPr>
        <p:spPr>
          <a:xfrm>
            <a:off x="742951" y="984726"/>
            <a:ext cx="2196963" cy="424732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rgbClr val="0070C0"/>
                </a:solidFill>
                <a:latin typeface="Century Gothic" panose="020B0502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GitHub Desktop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1DBF51-6A86-6175-4E86-86CB97517BFE}"/>
              </a:ext>
            </a:extLst>
          </p:cNvPr>
          <p:cNvSpPr txBox="1"/>
          <p:nvPr/>
        </p:nvSpPr>
        <p:spPr>
          <a:xfrm>
            <a:off x="20905" y="1614143"/>
            <a:ext cx="113038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20000" indent="-5715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pt-BR" sz="2400">
                <a:latin typeface="Calibri" panose="020F0502020204030204" pitchFamily="34" charset="0"/>
                <a:cs typeface="Calibri" panose="020F0502020204030204" pitchFamily="34" charset="0"/>
              </a:rPr>
              <a:t>Aplicativo de interface gráfica (GUI) para interação com repositórios do GitHub</a:t>
            </a:r>
          </a:p>
        </p:txBody>
      </p:sp>
      <p:pic>
        <p:nvPicPr>
          <p:cNvPr id="4" name="Picture 4" descr="Getting started with Git and GitHub is easier than ever with GitHub Desktop  2.2 - The GitHub Blog">
            <a:extLst>
              <a:ext uri="{FF2B5EF4-FFF2-40B4-BE49-F238E27FC236}">
                <a16:creationId xmlns:a16="http://schemas.microsoft.com/office/drawing/2014/main" id="{DCA26546-29E7-A12B-D3F5-3D11BCBD55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9639" y="2511591"/>
            <a:ext cx="5772722" cy="374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7125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12694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 SESI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ESI2016" id="{ED298951-E168-472F-AE84-68E340594810}" vid="{F618B63D-33D8-4562-85F0-BA00DC24ED73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SESI2016</Template>
  <TotalTime>35</TotalTime>
  <Words>1524</Words>
  <Application>Microsoft Office PowerPoint</Application>
  <PresentationFormat>Widescreen</PresentationFormat>
  <Paragraphs>181</Paragraphs>
  <Slides>27</Slides>
  <Notes>0</Notes>
  <HiddenSlides>0</HiddenSlides>
  <MMClips>1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Century Gothic</vt:lpstr>
      <vt:lpstr>Wingdings</vt:lpstr>
      <vt:lpstr>Tema do Office SESI</vt:lpstr>
      <vt:lpstr>Apresentação do PowerPoint</vt:lpstr>
      <vt:lpstr>Ciclo do Software e Versionamento</vt:lpstr>
      <vt:lpstr>Apresentação do PowerPoint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Ciclo do Software e Versionamento</vt:lpstr>
      <vt:lpstr>Apresentação do PowerPoint</vt:lpstr>
    </vt:vector>
  </TitlesOfParts>
  <Company>Sistema FIESC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JAISON HENICKA</dc:creator>
  <cp:lastModifiedBy>Pablo Sborz</cp:lastModifiedBy>
  <cp:revision>2</cp:revision>
  <dcterms:created xsi:type="dcterms:W3CDTF">2016-04-20T20:34:55Z</dcterms:created>
  <dcterms:modified xsi:type="dcterms:W3CDTF">2026-04-10T19:11:43Z</dcterms:modified>
</cp:coreProperties>
</file>